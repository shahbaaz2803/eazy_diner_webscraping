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312" r:id="rId3"/>
    <p:sldId id="316" r:id="rId4"/>
    <p:sldId id="299" r:id="rId5"/>
    <p:sldId id="281" r:id="rId6"/>
    <p:sldId id="263" r:id="rId7"/>
    <p:sldId id="265" r:id="rId8"/>
    <p:sldId id="264" r:id="rId9"/>
    <p:sldId id="310" r:id="rId10"/>
    <p:sldId id="266" r:id="rId11"/>
    <p:sldId id="282" r:id="rId12"/>
    <p:sldId id="318" r:id="rId13"/>
    <p:sldId id="267" r:id="rId14"/>
    <p:sldId id="315" r:id="rId15"/>
    <p:sldId id="319" r:id="rId16"/>
    <p:sldId id="320" r:id="rId17"/>
    <p:sldId id="303" r:id="rId18"/>
    <p:sldId id="276" r:id="rId19"/>
    <p:sldId id="297" r:id="rId20"/>
    <p:sldId id="298" r:id="rId21"/>
    <p:sldId id="259" r:id="rId22"/>
  </p:sldIdLst>
  <p:sldSz cx="12192000" cy="6858000"/>
  <p:notesSz cx="6858000" cy="9144000"/>
  <p:embeddedFontLst>
    <p:embeddedFont>
      <p:font typeface="Arial Black" panose="020B0A04020102020204" pitchFamily="34" charset="0"/>
      <p:bold r:id="rId24"/>
    </p:embeddedFont>
    <p:embeddedFont>
      <p:font typeface="Bodoni MT" panose="02070603080606020203" pitchFamily="18" charset="0"/>
      <p:regular r:id="rId25"/>
      <p:bold r:id="rId26"/>
      <p:italic r:id="rId27"/>
      <p:boldItalic r:id="rId28"/>
    </p:embeddedFont>
    <p:embeddedFont>
      <p:font typeface="Cascadia Code" panose="020B0609020000020004" pitchFamily="49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9A4"/>
    <a:srgbClr val="4F2270"/>
    <a:srgbClr val="548430"/>
    <a:srgbClr val="A20000"/>
    <a:srgbClr val="DAA600"/>
    <a:srgbClr val="6DAB3F"/>
    <a:srgbClr val="66BB6A"/>
    <a:srgbClr val="A1CE4B"/>
    <a:srgbClr val="2E7031"/>
    <a:srgbClr val="43A0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3333" autoAdjust="0"/>
  </p:normalViewPr>
  <p:slideViewPr>
    <p:cSldViewPr snapToGrid="0">
      <p:cViewPr varScale="1">
        <p:scale>
          <a:sx n="77" d="100"/>
          <a:sy n="77" d="100"/>
        </p:scale>
        <p:origin x="1142" y="2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shahbaaz Shaik" userId="00d35f0b3c9d7519" providerId="LiveId" clId="{3F971D7E-2F3C-44A0-B5D2-8162AE389A99}"/>
    <pc:docChg chg="undo redo custSel addSld delSld modSld sldOrd modMainMaster">
      <pc:chgData name="Mohammed shahbaaz Shaik" userId="00d35f0b3c9d7519" providerId="LiveId" clId="{3F971D7E-2F3C-44A0-B5D2-8162AE389A99}" dt="2026-04-04T07:01:34.296" v="5329" actId="20577"/>
      <pc:docMkLst>
        <pc:docMk/>
      </pc:docMkLst>
      <pc:sldChg chg="addSp delSp modSp mod modTransition modAnim">
        <pc:chgData name="Mohammed shahbaaz Shaik" userId="00d35f0b3c9d7519" providerId="LiveId" clId="{3F971D7E-2F3C-44A0-B5D2-8162AE389A99}" dt="2026-04-04T07:01:34.296" v="5329" actId="20577"/>
        <pc:sldMkLst>
          <pc:docMk/>
          <pc:sldMk cId="0" sldId="256"/>
        </pc:sldMkLst>
        <pc:spChg chg="add mod">
          <ac:chgData name="Mohammed shahbaaz Shaik" userId="00d35f0b3c9d7519" providerId="LiveId" clId="{3F971D7E-2F3C-44A0-B5D2-8162AE389A99}" dt="2026-04-04T07:01:34.296" v="5329" actId="20577"/>
          <ac:spMkLst>
            <pc:docMk/>
            <pc:sldMk cId="0" sldId="256"/>
            <ac:spMk id="2" creationId="{DA79A90D-7CFF-935B-9CF2-D3EEBEF6B4E2}"/>
          </ac:spMkLst>
        </pc:spChg>
        <pc:spChg chg="add del mod">
          <ac:chgData name="Mohammed shahbaaz Shaik" userId="00d35f0b3c9d7519" providerId="LiveId" clId="{3F971D7E-2F3C-44A0-B5D2-8162AE389A99}" dt="2026-03-11T09:16:49.324" v="5234" actId="1076"/>
          <ac:spMkLst>
            <pc:docMk/>
            <pc:sldMk cId="0" sldId="256"/>
            <ac:spMk id="3" creationId="{449D0B13-674C-E421-E886-0BF516DCB93F}"/>
          </ac:spMkLst>
        </pc:spChg>
        <pc:spChg chg="add mod">
          <ac:chgData name="Mohammed shahbaaz Shaik" userId="00d35f0b3c9d7519" providerId="LiveId" clId="{3F971D7E-2F3C-44A0-B5D2-8162AE389A99}" dt="2026-03-11T09:16:54.098" v="5235" actId="1076"/>
          <ac:spMkLst>
            <pc:docMk/>
            <pc:sldMk cId="0" sldId="256"/>
            <ac:spMk id="4" creationId="{546621C8-A6FA-3BC5-2858-1F2230E6DB41}"/>
          </ac:spMkLst>
        </pc:spChg>
      </pc:sldChg>
      <pc:sldChg chg="modSp mod modTransition">
        <pc:chgData name="Mohammed shahbaaz Shaik" userId="00d35f0b3c9d7519" providerId="LiveId" clId="{3F971D7E-2F3C-44A0-B5D2-8162AE389A99}" dt="2026-03-11T08:49:24.524" v="5213" actId="113"/>
        <pc:sldMkLst>
          <pc:docMk/>
          <pc:sldMk cId="0" sldId="259"/>
        </pc:sldMkLst>
        <pc:spChg chg="mod">
          <ac:chgData name="Mohammed shahbaaz Shaik" userId="00d35f0b3c9d7519" providerId="LiveId" clId="{3F971D7E-2F3C-44A0-B5D2-8162AE389A99}" dt="2026-03-11T08:49:24.524" v="5213" actId="113"/>
          <ac:spMkLst>
            <pc:docMk/>
            <pc:sldMk cId="0" sldId="259"/>
            <ac:spMk id="3" creationId="{959DDB6E-036A-8F25-E3EF-079E1812A272}"/>
          </ac:spMkLst>
        </pc:spChg>
      </pc:sldChg>
      <pc:sldChg chg="addSp delSp modSp mod modTransition modAnim">
        <pc:chgData name="Mohammed shahbaaz Shaik" userId="00d35f0b3c9d7519" providerId="LiveId" clId="{3F971D7E-2F3C-44A0-B5D2-8162AE389A99}" dt="2026-03-12T05:38:45.303" v="5315" actId="1076"/>
        <pc:sldMkLst>
          <pc:docMk/>
          <pc:sldMk cId="3991027905" sldId="263"/>
        </pc:sldMkLst>
        <pc:spChg chg="mod">
          <ac:chgData name="Mohammed shahbaaz Shaik" userId="00d35f0b3c9d7519" providerId="LiveId" clId="{3F971D7E-2F3C-44A0-B5D2-8162AE389A99}" dt="2026-03-12T05:38:45.303" v="5315" actId="1076"/>
          <ac:spMkLst>
            <pc:docMk/>
            <pc:sldMk cId="3991027905" sldId="263"/>
            <ac:spMk id="2" creationId="{EEEAFAD8-355A-6C86-DAAE-3E3F9DC686CB}"/>
          </ac:spMkLst>
        </pc:spChg>
      </pc:sldChg>
      <pc:sldChg chg="addSp delSp modSp mod modTransition addAnim delAnim modAnim">
        <pc:chgData name="Mohammed shahbaaz Shaik" userId="00d35f0b3c9d7519" providerId="LiveId" clId="{3F971D7E-2F3C-44A0-B5D2-8162AE389A99}" dt="2026-03-11T08:52:07.135" v="5221"/>
        <pc:sldMkLst>
          <pc:docMk/>
          <pc:sldMk cId="3434322822" sldId="264"/>
        </pc:sldMkLst>
        <pc:picChg chg="add mod ord">
          <ac:chgData name="Mohammed shahbaaz Shaik" userId="00d35f0b3c9d7519" providerId="LiveId" clId="{3F971D7E-2F3C-44A0-B5D2-8162AE389A99}" dt="2026-03-11T07:41:06.878" v="4251" actId="167"/>
          <ac:picMkLst>
            <pc:docMk/>
            <pc:sldMk cId="3434322822" sldId="264"/>
            <ac:picMk id="6" creationId="{83C4AF84-D460-443B-7EC4-52775B77776A}"/>
          </ac:picMkLst>
        </pc:picChg>
        <pc:picChg chg="add mod ord modCrop">
          <ac:chgData name="Mohammed shahbaaz Shaik" userId="00d35f0b3c9d7519" providerId="LiveId" clId="{3F971D7E-2F3C-44A0-B5D2-8162AE389A99}" dt="2026-03-11T07:42:59.740" v="4264" actId="167"/>
          <ac:picMkLst>
            <pc:docMk/>
            <pc:sldMk cId="3434322822" sldId="264"/>
            <ac:picMk id="8" creationId="{8B05815D-FC7B-88DB-73DB-8EB98358F776}"/>
          </ac:picMkLst>
        </pc:picChg>
        <pc:picChg chg="add mod ord">
          <ac:chgData name="Mohammed shahbaaz Shaik" userId="00d35f0b3c9d7519" providerId="LiveId" clId="{3F971D7E-2F3C-44A0-B5D2-8162AE389A99}" dt="2026-03-11T07:43:43.243" v="4270" actId="167"/>
          <ac:picMkLst>
            <pc:docMk/>
            <pc:sldMk cId="3434322822" sldId="264"/>
            <ac:picMk id="10" creationId="{9319E17C-F377-C060-CD84-1B40F88D6DCB}"/>
          </ac:picMkLst>
        </pc:picChg>
        <pc:picChg chg="add mod ord">
          <ac:chgData name="Mohammed shahbaaz Shaik" userId="00d35f0b3c9d7519" providerId="LiveId" clId="{3F971D7E-2F3C-44A0-B5D2-8162AE389A99}" dt="2026-03-11T07:44:35.729" v="4275" actId="167"/>
          <ac:picMkLst>
            <pc:docMk/>
            <pc:sldMk cId="3434322822" sldId="264"/>
            <ac:picMk id="12" creationId="{32FC6FD3-205E-D891-EE1E-88EB0987994E}"/>
          </ac:picMkLst>
        </pc:picChg>
        <pc:picChg chg="add mod ord">
          <ac:chgData name="Mohammed shahbaaz Shaik" userId="00d35f0b3c9d7519" providerId="LiveId" clId="{3F971D7E-2F3C-44A0-B5D2-8162AE389A99}" dt="2026-03-11T07:45:10.507" v="4279" actId="167"/>
          <ac:picMkLst>
            <pc:docMk/>
            <pc:sldMk cId="3434322822" sldId="264"/>
            <ac:picMk id="14" creationId="{1E14ED5B-CE6B-6FEA-5ACD-D2D9062309DC}"/>
          </ac:picMkLst>
        </pc:picChg>
        <pc:picChg chg="add mod ord modCrop">
          <ac:chgData name="Mohammed shahbaaz Shaik" userId="00d35f0b3c9d7519" providerId="LiveId" clId="{3F971D7E-2F3C-44A0-B5D2-8162AE389A99}" dt="2026-03-11T07:46:54.301" v="4294" actId="1076"/>
          <ac:picMkLst>
            <pc:docMk/>
            <pc:sldMk cId="3434322822" sldId="264"/>
            <ac:picMk id="16" creationId="{8F63044B-AF21-5210-605D-D2E8548BDAB7}"/>
          </ac:picMkLst>
        </pc:picChg>
      </pc:sldChg>
      <pc:sldChg chg="addSp delSp modSp mod modTransition modAnim">
        <pc:chgData name="Mohammed shahbaaz Shaik" userId="00d35f0b3c9d7519" providerId="LiveId" clId="{3F971D7E-2F3C-44A0-B5D2-8162AE389A99}" dt="2026-03-12T05:38:39.095" v="5314" actId="1076"/>
        <pc:sldMkLst>
          <pc:docMk/>
          <pc:sldMk cId="296424644" sldId="265"/>
        </pc:sldMkLst>
        <pc:spChg chg="mod">
          <ac:chgData name="Mohammed shahbaaz Shaik" userId="00d35f0b3c9d7519" providerId="LiveId" clId="{3F971D7E-2F3C-44A0-B5D2-8162AE389A99}" dt="2026-03-12T05:38:39.095" v="5314" actId="1076"/>
          <ac:spMkLst>
            <pc:docMk/>
            <pc:sldMk cId="296424644" sldId="265"/>
            <ac:spMk id="2" creationId="{30AF9875-408F-AAEB-E616-9F7F913C414D}"/>
          </ac:spMkLst>
        </pc:spChg>
        <pc:spChg chg="mod">
          <ac:chgData name="Mohammed shahbaaz Shaik" userId="00d35f0b3c9d7519" providerId="LiveId" clId="{3F971D7E-2F3C-44A0-B5D2-8162AE389A99}" dt="2026-03-12T05:38:29.801" v="5313" actId="255"/>
          <ac:spMkLst>
            <pc:docMk/>
            <pc:sldMk cId="296424644" sldId="265"/>
            <ac:spMk id="6" creationId="{9D5F9008-6A00-E6E6-8FDA-0459581E9029}"/>
          </ac:spMkLst>
        </pc:spChg>
      </pc:sldChg>
      <pc:sldChg chg="addSp delSp modSp mod modTransition addAnim delAnim modAnim">
        <pc:chgData name="Mohammed shahbaaz Shaik" userId="00d35f0b3c9d7519" providerId="LiveId" clId="{3F971D7E-2F3C-44A0-B5D2-8162AE389A99}" dt="2026-03-11T17:21:17.715" v="5311" actId="164"/>
        <pc:sldMkLst>
          <pc:docMk/>
          <pc:sldMk cId="3244275708" sldId="266"/>
        </pc:sldMkLst>
        <pc:spChg chg="add mod">
          <ac:chgData name="Mohammed shahbaaz Shaik" userId="00d35f0b3c9d7519" providerId="LiveId" clId="{3F971D7E-2F3C-44A0-B5D2-8162AE389A99}" dt="2026-03-11T08:31:02.840" v="5113" actId="1076"/>
          <ac:spMkLst>
            <pc:docMk/>
            <pc:sldMk cId="3244275708" sldId="266"/>
            <ac:spMk id="6" creationId="{29AB6209-E453-2E1E-8421-8699FB40CA39}"/>
          </ac:spMkLst>
        </pc:spChg>
        <pc:spChg chg="add mod topLvl">
          <ac:chgData name="Mohammed shahbaaz Shaik" userId="00d35f0b3c9d7519" providerId="LiveId" clId="{3F971D7E-2F3C-44A0-B5D2-8162AE389A99}" dt="2026-03-11T17:21:17.715" v="5311" actId="164"/>
          <ac:spMkLst>
            <pc:docMk/>
            <pc:sldMk cId="3244275708" sldId="266"/>
            <ac:spMk id="8" creationId="{5FB95364-7BC5-80FE-DE16-820929D1ED80}"/>
          </ac:spMkLst>
        </pc:spChg>
        <pc:spChg chg="add mod topLvl">
          <ac:chgData name="Mohammed shahbaaz Shaik" userId="00d35f0b3c9d7519" providerId="LiveId" clId="{3F971D7E-2F3C-44A0-B5D2-8162AE389A99}" dt="2026-03-11T17:21:17.715" v="5311" actId="164"/>
          <ac:spMkLst>
            <pc:docMk/>
            <pc:sldMk cId="3244275708" sldId="266"/>
            <ac:spMk id="9" creationId="{DA7B64C5-8190-8D14-0132-D5A5F4899C94}"/>
          </ac:spMkLst>
        </pc:spChg>
        <pc:spChg chg="add mod topLvl">
          <ac:chgData name="Mohammed shahbaaz Shaik" userId="00d35f0b3c9d7519" providerId="LiveId" clId="{3F971D7E-2F3C-44A0-B5D2-8162AE389A99}" dt="2026-03-11T17:21:17.715" v="5311" actId="164"/>
          <ac:spMkLst>
            <pc:docMk/>
            <pc:sldMk cId="3244275708" sldId="266"/>
            <ac:spMk id="12" creationId="{7067C309-36BE-3F1C-CC8D-C49FFA388AA9}"/>
          </ac:spMkLst>
        </pc:spChg>
        <pc:spChg chg="add mod">
          <ac:chgData name="Mohammed shahbaaz Shaik" userId="00d35f0b3c9d7519" providerId="LiveId" clId="{3F971D7E-2F3C-44A0-B5D2-8162AE389A99}" dt="2026-03-11T08:28:25.347" v="5091" actId="14861"/>
          <ac:spMkLst>
            <pc:docMk/>
            <pc:sldMk cId="3244275708" sldId="266"/>
            <ac:spMk id="13" creationId="{6860B015-668C-5523-12FE-D8039B35A2E3}"/>
          </ac:spMkLst>
        </pc:spChg>
        <pc:spChg chg="add mod">
          <ac:chgData name="Mohammed shahbaaz Shaik" userId="00d35f0b3c9d7519" providerId="LiveId" clId="{3F971D7E-2F3C-44A0-B5D2-8162AE389A99}" dt="2026-03-11T08:26:28.596" v="4982" actId="14861"/>
          <ac:spMkLst>
            <pc:docMk/>
            <pc:sldMk cId="3244275708" sldId="266"/>
            <ac:spMk id="14" creationId="{106C6183-0C99-F2B0-9939-B7C80F777451}"/>
          </ac:spMkLst>
        </pc:spChg>
        <pc:spChg chg="add mod">
          <ac:chgData name="Mohammed shahbaaz Shaik" userId="00d35f0b3c9d7519" providerId="LiveId" clId="{3F971D7E-2F3C-44A0-B5D2-8162AE389A99}" dt="2026-03-11T08:26:10.547" v="4975" actId="14861"/>
          <ac:spMkLst>
            <pc:docMk/>
            <pc:sldMk cId="3244275708" sldId="266"/>
            <ac:spMk id="15" creationId="{27C32584-362B-2080-1BCD-EF602FEBBC17}"/>
          </ac:spMkLst>
        </pc:spChg>
        <pc:spChg chg="add mod topLvl">
          <ac:chgData name="Mohammed shahbaaz Shaik" userId="00d35f0b3c9d7519" providerId="LiveId" clId="{3F971D7E-2F3C-44A0-B5D2-8162AE389A99}" dt="2026-03-11T17:21:17.715" v="5311" actId="164"/>
          <ac:spMkLst>
            <pc:docMk/>
            <pc:sldMk cId="3244275708" sldId="266"/>
            <ac:spMk id="17" creationId="{7EFF589F-B75F-9547-38AC-B23EF4F19810}"/>
          </ac:spMkLst>
        </pc:spChg>
        <pc:spChg chg="add mod topLvl">
          <ac:chgData name="Mohammed shahbaaz Shaik" userId="00d35f0b3c9d7519" providerId="LiveId" clId="{3F971D7E-2F3C-44A0-B5D2-8162AE389A99}" dt="2026-03-11T17:21:17.715" v="5311" actId="164"/>
          <ac:spMkLst>
            <pc:docMk/>
            <pc:sldMk cId="3244275708" sldId="266"/>
            <ac:spMk id="19" creationId="{9691B112-F0B5-9968-8DDD-A625F68A2813}"/>
          </ac:spMkLst>
        </pc:spChg>
        <pc:spChg chg="add mod">
          <ac:chgData name="Mohammed shahbaaz Shaik" userId="00d35f0b3c9d7519" providerId="LiveId" clId="{3F971D7E-2F3C-44A0-B5D2-8162AE389A99}" dt="2026-03-11T08:31:09.885" v="5114" actId="1076"/>
          <ac:spMkLst>
            <pc:docMk/>
            <pc:sldMk cId="3244275708" sldId="266"/>
            <ac:spMk id="23" creationId="{00885BD7-C409-07DE-C3C6-89B0DF4C7A7F}"/>
          </ac:spMkLst>
        </pc:spChg>
        <pc:spChg chg="add mod topLvl">
          <ac:chgData name="Mohammed shahbaaz Shaik" userId="00d35f0b3c9d7519" providerId="LiveId" clId="{3F971D7E-2F3C-44A0-B5D2-8162AE389A99}" dt="2026-03-11T17:21:17.715" v="5311" actId="164"/>
          <ac:spMkLst>
            <pc:docMk/>
            <pc:sldMk cId="3244275708" sldId="266"/>
            <ac:spMk id="24" creationId="{74DDC4E7-2BED-E605-830A-4E276AAB2ADF}"/>
          </ac:spMkLst>
        </pc:spChg>
        <pc:spChg chg="add mod topLvl">
          <ac:chgData name="Mohammed shahbaaz Shaik" userId="00d35f0b3c9d7519" providerId="LiveId" clId="{3F971D7E-2F3C-44A0-B5D2-8162AE389A99}" dt="2026-03-11T17:21:17.715" v="5311" actId="164"/>
          <ac:spMkLst>
            <pc:docMk/>
            <pc:sldMk cId="3244275708" sldId="266"/>
            <ac:spMk id="25" creationId="{C8E2F161-9EA1-B94B-A971-96D45FEB5ED3}"/>
          </ac:spMkLst>
        </pc:spChg>
        <pc:spChg chg="add mod topLvl">
          <ac:chgData name="Mohammed shahbaaz Shaik" userId="00d35f0b3c9d7519" providerId="LiveId" clId="{3F971D7E-2F3C-44A0-B5D2-8162AE389A99}" dt="2026-03-11T17:21:17.715" v="5311" actId="164"/>
          <ac:spMkLst>
            <pc:docMk/>
            <pc:sldMk cId="3244275708" sldId="266"/>
            <ac:spMk id="26" creationId="{BF6CAB20-E8A0-23E3-997D-3A8631461778}"/>
          </ac:spMkLst>
        </pc:spChg>
        <pc:spChg chg="add mod">
          <ac:chgData name="Mohammed shahbaaz Shaik" userId="00d35f0b3c9d7519" providerId="LiveId" clId="{3F971D7E-2F3C-44A0-B5D2-8162AE389A99}" dt="2026-03-11T08:27:22.959" v="4985" actId="1076"/>
          <ac:spMkLst>
            <pc:docMk/>
            <pc:sldMk cId="3244275708" sldId="266"/>
            <ac:spMk id="27" creationId="{E19371DD-0165-DF96-D980-FF4487BABB04}"/>
          </ac:spMkLst>
        </pc:spChg>
        <pc:spChg chg="add mod">
          <ac:chgData name="Mohammed shahbaaz Shaik" userId="00d35f0b3c9d7519" providerId="LiveId" clId="{3F971D7E-2F3C-44A0-B5D2-8162AE389A99}" dt="2026-03-11T08:20:49.981" v="4781" actId="1076"/>
          <ac:spMkLst>
            <pc:docMk/>
            <pc:sldMk cId="3244275708" sldId="266"/>
            <ac:spMk id="28" creationId="{2D6F4966-7A6D-7209-4C87-D263DF39ABCC}"/>
          </ac:spMkLst>
        </pc:spChg>
        <pc:spChg chg="add mod topLvl">
          <ac:chgData name="Mohammed shahbaaz Shaik" userId="00d35f0b3c9d7519" providerId="LiveId" clId="{3F971D7E-2F3C-44A0-B5D2-8162AE389A99}" dt="2026-03-11T17:21:17.715" v="5311" actId="164"/>
          <ac:spMkLst>
            <pc:docMk/>
            <pc:sldMk cId="3244275708" sldId="266"/>
            <ac:spMk id="29" creationId="{48033650-52C6-46CC-FA33-AA8DB1BC4A54}"/>
          </ac:spMkLst>
        </pc:spChg>
        <pc:spChg chg="add mod ord">
          <ac:chgData name="Mohammed shahbaaz Shaik" userId="00d35f0b3c9d7519" providerId="LiveId" clId="{3F971D7E-2F3C-44A0-B5D2-8162AE389A99}" dt="2026-03-11T08:32:14.778" v="5122" actId="207"/>
          <ac:spMkLst>
            <pc:docMk/>
            <pc:sldMk cId="3244275708" sldId="266"/>
            <ac:spMk id="30" creationId="{F5BD29B2-92EE-A7E2-9402-05F4AC32F97D}"/>
          </ac:spMkLst>
        </pc:spChg>
        <pc:spChg chg="add mod ord">
          <ac:chgData name="Mohammed shahbaaz Shaik" userId="00d35f0b3c9d7519" providerId="LiveId" clId="{3F971D7E-2F3C-44A0-B5D2-8162AE389A99}" dt="2026-03-11T08:26:52.948" v="4983" actId="207"/>
          <ac:spMkLst>
            <pc:docMk/>
            <pc:sldMk cId="3244275708" sldId="266"/>
            <ac:spMk id="31" creationId="{E5A7182A-330D-59F1-3A27-9A1C76266812}"/>
          </ac:spMkLst>
        </pc:spChg>
        <pc:spChg chg="add mod ord">
          <ac:chgData name="Mohammed shahbaaz Shaik" userId="00d35f0b3c9d7519" providerId="LiveId" clId="{3F971D7E-2F3C-44A0-B5D2-8162AE389A99}" dt="2026-03-11T08:30:11.616" v="5107" actId="207"/>
          <ac:spMkLst>
            <pc:docMk/>
            <pc:sldMk cId="3244275708" sldId="266"/>
            <ac:spMk id="32" creationId="{025E99DF-9EFA-3FD1-2264-01897196C4FA}"/>
          </ac:spMkLst>
        </pc:spChg>
        <pc:spChg chg="add del mod ord topLvl">
          <ac:chgData name="Mohammed shahbaaz Shaik" userId="00d35f0b3c9d7519" providerId="LiveId" clId="{3F971D7E-2F3C-44A0-B5D2-8162AE389A99}" dt="2026-03-11T17:21:17.715" v="5311" actId="164"/>
          <ac:spMkLst>
            <pc:docMk/>
            <pc:sldMk cId="3244275708" sldId="266"/>
            <ac:spMk id="33" creationId="{B5B8A585-8AAB-FC04-CC9E-F992DDD957BD}"/>
          </ac:spMkLst>
        </pc:spChg>
        <pc:spChg chg="add mod ord">
          <ac:chgData name="Mohammed shahbaaz Shaik" userId="00d35f0b3c9d7519" providerId="LiveId" clId="{3F971D7E-2F3C-44A0-B5D2-8162AE389A99}" dt="2026-03-11T08:33:20.429" v="5130" actId="207"/>
          <ac:spMkLst>
            <pc:docMk/>
            <pc:sldMk cId="3244275708" sldId="266"/>
            <ac:spMk id="34" creationId="{9AC3FF1A-BF91-5E8E-62AE-AD203E372783}"/>
          </ac:spMkLst>
        </pc:spChg>
        <pc:spChg chg="add mod ord">
          <ac:chgData name="Mohammed shahbaaz Shaik" userId="00d35f0b3c9d7519" providerId="LiveId" clId="{3F971D7E-2F3C-44A0-B5D2-8162AE389A99}" dt="2026-03-11T08:34:16.358" v="5139" actId="167"/>
          <ac:spMkLst>
            <pc:docMk/>
            <pc:sldMk cId="3244275708" sldId="266"/>
            <ac:spMk id="35" creationId="{91232FDC-061D-3DA7-52AC-A8C3EF748BD0}"/>
          </ac:spMkLst>
        </pc:spChg>
        <pc:spChg chg="add mod ord">
          <ac:chgData name="Mohammed shahbaaz Shaik" userId="00d35f0b3c9d7519" providerId="LiveId" clId="{3F971D7E-2F3C-44A0-B5D2-8162AE389A99}" dt="2026-03-11T08:35:04.841" v="5147" actId="167"/>
          <ac:spMkLst>
            <pc:docMk/>
            <pc:sldMk cId="3244275708" sldId="266"/>
            <ac:spMk id="36" creationId="{38E6B5E2-E240-2725-170C-9A7208124CB4}"/>
          </ac:spMkLst>
        </pc:spChg>
      </pc:sldChg>
      <pc:sldChg chg="addSp delSp modSp mod modTransition modAnim">
        <pc:chgData name="Mohammed shahbaaz Shaik" userId="00d35f0b3c9d7519" providerId="LiveId" clId="{3F971D7E-2F3C-44A0-B5D2-8162AE389A99}" dt="2026-03-11T08:48:36.114" v="5209" actId="14100"/>
        <pc:sldMkLst>
          <pc:docMk/>
          <pc:sldMk cId="3268474259" sldId="267"/>
        </pc:sldMkLst>
        <pc:picChg chg="add mod">
          <ac:chgData name="Mohammed shahbaaz Shaik" userId="00d35f0b3c9d7519" providerId="LiveId" clId="{3F971D7E-2F3C-44A0-B5D2-8162AE389A99}" dt="2026-03-11T08:48:36.114" v="5209" actId="14100"/>
          <ac:picMkLst>
            <pc:docMk/>
            <pc:sldMk cId="3268474259" sldId="267"/>
            <ac:picMk id="1034" creationId="{008CFE1B-DEA5-8D09-7EB2-D010FD263478}"/>
          </ac:picMkLst>
        </pc:picChg>
      </pc:sldChg>
      <pc:sldChg chg="addSp delSp modSp mod modTransition setBg modAnim">
        <pc:chgData name="Mohammed shahbaaz Shaik" userId="00d35f0b3c9d7519" providerId="LiveId" clId="{3F971D7E-2F3C-44A0-B5D2-8162AE389A99}" dt="2026-03-11T05:54:05.476" v="4164"/>
        <pc:sldMkLst>
          <pc:docMk/>
          <pc:sldMk cId="3967736100" sldId="281"/>
        </pc:sldMkLst>
      </pc:sldChg>
      <pc:sldChg chg="addSp delSp modSp new mod">
        <pc:chgData name="Mohammed shahbaaz Shaik" userId="00d35f0b3c9d7519" providerId="LiveId" clId="{3F971D7E-2F3C-44A0-B5D2-8162AE389A99}" dt="2026-03-11T07:55:40.575" v="4306" actId="14100"/>
        <pc:sldMkLst>
          <pc:docMk/>
          <pc:sldMk cId="694321625" sldId="310"/>
        </pc:sldMkLst>
        <pc:picChg chg="mod">
          <ac:chgData name="Mohammed shahbaaz Shaik" userId="00d35f0b3c9d7519" providerId="LiveId" clId="{3F971D7E-2F3C-44A0-B5D2-8162AE389A99}" dt="2026-03-11T07:55:40.575" v="4306" actId="14100"/>
          <ac:picMkLst>
            <pc:docMk/>
            <pc:sldMk cId="694321625" sldId="310"/>
            <ac:picMk id="9" creationId="{9F66C85F-C71F-201F-FB44-F5390675C248}"/>
          </ac:picMkLst>
        </pc:picChg>
      </pc:sldChg>
      <pc:sldChg chg="addSp delSp modSp new mod ord modTransition setBg">
        <pc:chgData name="Mohammed shahbaaz Shaik" userId="00d35f0b3c9d7519" providerId="LiveId" clId="{3F971D7E-2F3C-44A0-B5D2-8162AE389A99}" dt="2026-03-11T09:24:19.198" v="5270"/>
        <pc:sldMkLst>
          <pc:docMk/>
          <pc:sldMk cId="976618689" sldId="312"/>
        </pc:sldMkLst>
        <pc:spChg chg="mod">
          <ac:chgData name="Mohammed shahbaaz Shaik" userId="00d35f0b3c9d7519" providerId="LiveId" clId="{3F971D7E-2F3C-44A0-B5D2-8162AE389A99}" dt="2026-03-11T08:51:23.661" v="5218" actId="1076"/>
          <ac:spMkLst>
            <pc:docMk/>
            <pc:sldMk cId="976618689" sldId="312"/>
            <ac:spMk id="4" creationId="{F2988076-B5C2-4728-4733-D7B09ED7975E}"/>
          </ac:spMkLst>
        </pc:spChg>
        <pc:spChg chg="mod">
          <ac:chgData name="Mohammed shahbaaz Shaik" userId="00d35f0b3c9d7519" providerId="LiveId" clId="{3F971D7E-2F3C-44A0-B5D2-8162AE389A99}" dt="2026-03-11T08:51:32.658" v="5220" actId="14100"/>
          <ac:spMkLst>
            <pc:docMk/>
            <pc:sldMk cId="976618689" sldId="312"/>
            <ac:spMk id="6" creationId="{1060A870-8F39-138F-FDA2-DB3639F50DF3}"/>
          </ac:spMkLst>
        </pc:spChg>
      </pc:sldChg>
      <pc:sldChg chg="addSp delSp modSp add mod">
        <pc:chgData name="Mohammed shahbaaz Shaik" userId="00d35f0b3c9d7519" providerId="LiveId" clId="{3F971D7E-2F3C-44A0-B5D2-8162AE389A99}" dt="2026-04-04T05:58:08.372" v="5327" actId="20577"/>
        <pc:sldMkLst>
          <pc:docMk/>
          <pc:sldMk cId="3546282336" sldId="315"/>
        </pc:sldMkLst>
        <pc:spChg chg="mod">
          <ac:chgData name="Mohammed shahbaaz Shaik" userId="00d35f0b3c9d7519" providerId="LiveId" clId="{3F971D7E-2F3C-44A0-B5D2-8162AE389A99}" dt="2026-04-04T05:58:08.372" v="5327" actId="20577"/>
          <ac:spMkLst>
            <pc:docMk/>
            <pc:sldMk cId="3546282336" sldId="315"/>
            <ac:spMk id="2" creationId="{55AC9D07-BBD4-8E2C-535C-E25769B84D2B}"/>
          </ac:spMkLst>
        </pc:spChg>
      </pc:sldChg>
      <pc:sldChg chg="addSp delSp modSp add mod ord addAnim delAnim modAnim">
        <pc:chgData name="Mohammed shahbaaz Shaik" userId="00d35f0b3c9d7519" providerId="LiveId" clId="{3F971D7E-2F3C-44A0-B5D2-8162AE389A99}" dt="2026-03-11T09:31:15.077" v="5301" actId="20577"/>
        <pc:sldMkLst>
          <pc:docMk/>
          <pc:sldMk cId="1559282920" sldId="316"/>
        </pc:sldMkLst>
        <pc:spChg chg="mod">
          <ac:chgData name="Mohammed shahbaaz Shaik" userId="00d35f0b3c9d7519" providerId="LiveId" clId="{3F971D7E-2F3C-44A0-B5D2-8162AE389A99}" dt="2026-03-11T09:31:15.077" v="5301" actId="20577"/>
          <ac:spMkLst>
            <pc:docMk/>
            <pc:sldMk cId="1559282920" sldId="316"/>
            <ac:spMk id="2" creationId="{A97C466D-1CF9-5E30-BA07-B1FE7E801BD0}"/>
          </ac:spMkLst>
        </pc:spChg>
        <pc:spChg chg="mod ord topLvl">
          <ac:chgData name="Mohammed shahbaaz Shaik" userId="00d35f0b3c9d7519" providerId="LiveId" clId="{3F971D7E-2F3C-44A0-B5D2-8162AE389A99}" dt="2026-03-11T09:23:01.384" v="5263" actId="164"/>
          <ac:spMkLst>
            <pc:docMk/>
            <pc:sldMk cId="1559282920" sldId="316"/>
            <ac:spMk id="10" creationId="{284053B7-515A-037C-397E-7429D787B6C3}"/>
          </ac:spMkLst>
        </pc:spChg>
        <pc:spChg chg="mod ord topLvl">
          <ac:chgData name="Mohammed shahbaaz Shaik" userId="00d35f0b3c9d7519" providerId="LiveId" clId="{3F971D7E-2F3C-44A0-B5D2-8162AE389A99}" dt="2026-03-11T09:23:01.384" v="5263" actId="164"/>
          <ac:spMkLst>
            <pc:docMk/>
            <pc:sldMk cId="1559282920" sldId="316"/>
            <ac:spMk id="11" creationId="{8FD8C72D-8ACA-1A60-ABEE-4AB96202389D}"/>
          </ac:spMkLst>
        </pc:spChg>
        <pc:spChg chg="mod ord topLvl">
          <ac:chgData name="Mohammed shahbaaz Shaik" userId="00d35f0b3c9d7519" providerId="LiveId" clId="{3F971D7E-2F3C-44A0-B5D2-8162AE389A99}" dt="2026-03-11T09:23:01.384" v="5263" actId="164"/>
          <ac:spMkLst>
            <pc:docMk/>
            <pc:sldMk cId="1559282920" sldId="316"/>
            <ac:spMk id="12" creationId="{322FAF01-12F3-AAD4-C896-DC50AEF57A4B}"/>
          </ac:spMkLst>
        </pc:spChg>
        <pc:spChg chg="mod ord topLvl">
          <ac:chgData name="Mohammed shahbaaz Shaik" userId="00d35f0b3c9d7519" providerId="LiveId" clId="{3F971D7E-2F3C-44A0-B5D2-8162AE389A99}" dt="2026-03-11T09:28:00.717" v="5282" actId="164"/>
          <ac:spMkLst>
            <pc:docMk/>
            <pc:sldMk cId="1559282920" sldId="316"/>
            <ac:spMk id="14" creationId="{5C9FEDFE-5F47-F01E-30EF-133A51FA9945}"/>
          </ac:spMkLst>
        </pc:spChg>
        <pc:spChg chg="mod ord topLvl">
          <ac:chgData name="Mohammed shahbaaz Shaik" userId="00d35f0b3c9d7519" providerId="LiveId" clId="{3F971D7E-2F3C-44A0-B5D2-8162AE389A99}" dt="2026-03-11T09:28:00.717" v="5282" actId="164"/>
          <ac:spMkLst>
            <pc:docMk/>
            <pc:sldMk cId="1559282920" sldId="316"/>
            <ac:spMk id="15" creationId="{D0E571A8-AACC-052E-4331-D76EC5DE5BBA}"/>
          </ac:spMkLst>
        </pc:spChg>
        <pc:spChg chg="mod ord topLvl">
          <ac:chgData name="Mohammed shahbaaz Shaik" userId="00d35f0b3c9d7519" providerId="LiveId" clId="{3F971D7E-2F3C-44A0-B5D2-8162AE389A99}" dt="2026-03-11T09:27:08.759" v="5279" actId="164"/>
          <ac:spMkLst>
            <pc:docMk/>
            <pc:sldMk cId="1559282920" sldId="316"/>
            <ac:spMk id="18" creationId="{8161B709-0D55-0D36-FF39-5F8091134A44}"/>
          </ac:spMkLst>
        </pc:spChg>
        <pc:spChg chg="mod ord topLvl">
          <ac:chgData name="Mohammed shahbaaz Shaik" userId="00d35f0b3c9d7519" providerId="LiveId" clId="{3F971D7E-2F3C-44A0-B5D2-8162AE389A99}" dt="2026-03-11T09:27:08.759" v="5279" actId="164"/>
          <ac:spMkLst>
            <pc:docMk/>
            <pc:sldMk cId="1559282920" sldId="316"/>
            <ac:spMk id="19" creationId="{53034C3D-2C0F-086A-2AED-FBD0742B19F8}"/>
          </ac:spMkLst>
        </pc:spChg>
        <pc:spChg chg="mod ord topLvl">
          <ac:chgData name="Mohammed shahbaaz Shaik" userId="00d35f0b3c9d7519" providerId="LiveId" clId="{3F971D7E-2F3C-44A0-B5D2-8162AE389A99}" dt="2026-03-11T09:27:08.759" v="5279" actId="164"/>
          <ac:spMkLst>
            <pc:docMk/>
            <pc:sldMk cId="1559282920" sldId="316"/>
            <ac:spMk id="20" creationId="{276CBBF0-4C67-6B76-8D26-DE5A54011344}"/>
          </ac:spMkLst>
        </pc:spChg>
        <pc:spChg chg="mod ord topLvl">
          <ac:chgData name="Mohammed shahbaaz Shaik" userId="00d35f0b3c9d7519" providerId="LiveId" clId="{3F971D7E-2F3C-44A0-B5D2-8162AE389A99}" dt="2026-03-11T09:27:08.759" v="5279" actId="164"/>
          <ac:spMkLst>
            <pc:docMk/>
            <pc:sldMk cId="1559282920" sldId="316"/>
            <ac:spMk id="21" creationId="{4C18F2A0-6C50-763E-0E3C-2CD20D203E30}"/>
          </ac:spMkLst>
        </pc:spChg>
        <pc:spChg chg="mod ord topLvl">
          <ac:chgData name="Mohammed shahbaaz Shaik" userId="00d35f0b3c9d7519" providerId="LiveId" clId="{3F971D7E-2F3C-44A0-B5D2-8162AE389A99}" dt="2026-03-11T09:27:08.759" v="5279" actId="164"/>
          <ac:spMkLst>
            <pc:docMk/>
            <pc:sldMk cId="1559282920" sldId="316"/>
            <ac:spMk id="23" creationId="{42E790E8-1689-04CB-4129-4E85BF1A92C1}"/>
          </ac:spMkLst>
        </pc:spChg>
        <pc:spChg chg="mod ord topLvl">
          <ac:chgData name="Mohammed shahbaaz Shaik" userId="00d35f0b3c9d7519" providerId="LiveId" clId="{3F971D7E-2F3C-44A0-B5D2-8162AE389A99}" dt="2026-03-11T09:27:08.759" v="5279" actId="164"/>
          <ac:spMkLst>
            <pc:docMk/>
            <pc:sldMk cId="1559282920" sldId="316"/>
            <ac:spMk id="24" creationId="{F9FBF60E-3454-F39A-2485-8899BD5F7B47}"/>
          </ac:spMkLst>
        </pc:spChg>
        <pc:grpChg chg="add mod ord">
          <ac:chgData name="Mohammed shahbaaz Shaik" userId="00d35f0b3c9d7519" providerId="LiveId" clId="{3F971D7E-2F3C-44A0-B5D2-8162AE389A99}" dt="2026-03-11T09:25:06.448" v="5272" actId="166"/>
          <ac:grpSpMkLst>
            <pc:docMk/>
            <pc:sldMk cId="1559282920" sldId="316"/>
            <ac:grpSpMk id="6" creationId="{9739DE71-17C7-1F1B-A526-B8DA767F0F8B}"/>
          </ac:grpSpMkLst>
        </pc:grpChg>
        <pc:grpChg chg="add mod">
          <ac:chgData name="Mohammed shahbaaz Shaik" userId="00d35f0b3c9d7519" providerId="LiveId" clId="{3F971D7E-2F3C-44A0-B5D2-8162AE389A99}" dt="2026-03-11T09:28:00.717" v="5282" actId="164"/>
          <ac:grpSpMkLst>
            <pc:docMk/>
            <pc:sldMk cId="1559282920" sldId="316"/>
            <ac:grpSpMk id="8" creationId="{7D8F7A53-EAAC-3739-317F-2D56154DCC10}"/>
          </ac:grpSpMkLst>
        </pc:grpChg>
      </pc:sldChg>
      <pc:sldMasterChg chg="setBg delSldLayout modSldLayout">
        <pc:chgData name="Mohammed shahbaaz Shaik" userId="00d35f0b3c9d7519" providerId="LiveId" clId="{3F971D7E-2F3C-44A0-B5D2-8162AE389A99}" dt="2026-03-11T05:54:05.476" v="4164"/>
        <pc:sldMasterMkLst>
          <pc:docMk/>
          <pc:sldMasterMk cId="0" sldId="2147483648"/>
        </pc:sldMasterMkLst>
        <pc:sldLayoutChg chg="setBg">
          <pc:chgData name="Mohammed shahbaaz Shaik" userId="00d35f0b3c9d7519" providerId="LiveId" clId="{3F971D7E-2F3C-44A0-B5D2-8162AE389A99}" dt="2026-03-11T05:54:05.476" v="4164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Mohammed shahbaaz Shaik" userId="00d35f0b3c9d7519" providerId="LiveId" clId="{3F971D7E-2F3C-44A0-B5D2-8162AE389A99}" dt="2026-03-11T05:54:05.476" v="4164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Mohammed shahbaaz Shaik" userId="00d35f0b3c9d7519" providerId="LiveId" clId="{3F971D7E-2F3C-44A0-B5D2-8162AE389A99}" dt="2026-03-11T05:54:05.476" v="4164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Mohammed shahbaaz Shaik" userId="00d35f0b3c9d7519" providerId="LiveId" clId="{3F971D7E-2F3C-44A0-B5D2-8162AE389A99}" dt="2026-03-11T05:54:05.476" v="4164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Mohammed shahbaaz Shaik" userId="00d35f0b3c9d7519" providerId="LiveId" clId="{3F971D7E-2F3C-44A0-B5D2-8162AE389A99}" dt="2026-03-11T05:54:05.476" v="4164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Mohammed shahbaaz Shaik" userId="00d35f0b3c9d7519" providerId="LiveId" clId="{3F971D7E-2F3C-44A0-B5D2-8162AE389A99}" dt="2026-03-11T05:54:05.476" v="4164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Mohammed shahbaaz Shaik" userId="00d35f0b3c9d7519" providerId="LiveId" clId="{3F971D7E-2F3C-44A0-B5D2-8162AE389A99}" dt="2026-03-11T05:54:05.476" v="4164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Mohammed shahbaaz Shaik" userId="00d35f0b3c9d7519" providerId="LiveId" clId="{3F971D7E-2F3C-44A0-B5D2-8162AE389A99}" dt="2026-03-11T05:54:05.476" v="4164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Mohammed shahbaaz Shaik" userId="00d35f0b3c9d7519" providerId="LiveId" clId="{3F971D7E-2F3C-44A0-B5D2-8162AE389A99}" dt="2026-03-11T05:54:05.476" v="4164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Mohammed shahbaaz Shaik" userId="00d35f0b3c9d7519" providerId="LiveId" clId="{3F971D7E-2F3C-44A0-B5D2-8162AE389A99}" dt="2026-03-11T05:54:05.476" v="4164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8545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7580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72638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ahbaaz2803" TargetMode="External"/><Relationship Id="rId2" Type="http://schemas.openxmlformats.org/officeDocument/2006/relationships/hyperlink" Target="https://in.linkedin.com/in/shahbaaz-shaik-a52764366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Mrudhula736" TargetMode="External"/><Relationship Id="rId4" Type="http://schemas.openxmlformats.org/officeDocument/2006/relationships/hyperlink" Target="https://www.linkedin.com/in/pulugu-mrudhula-3485ba257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-362561"/>
            <a:ext cx="12190815" cy="730007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9D0B13-674C-E421-E886-0BF516DCB93F}"/>
              </a:ext>
            </a:extLst>
          </p:cNvPr>
          <p:cNvSpPr txBox="1"/>
          <p:nvPr/>
        </p:nvSpPr>
        <p:spPr>
          <a:xfrm>
            <a:off x="1285458" y="3469401"/>
            <a:ext cx="96210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Bodoni MT" panose="02070603080606020203" pitchFamily="18" charset="0"/>
              </a:rPr>
              <a:t>Eazy Diner Through Web Scrapping and Data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79A90D-7CFF-935B-9CF2-D3EEBEF6B4E2}"/>
              </a:ext>
            </a:extLst>
          </p:cNvPr>
          <p:cNvSpPr txBox="1"/>
          <p:nvPr/>
        </p:nvSpPr>
        <p:spPr>
          <a:xfrm>
            <a:off x="4576710" y="4591807"/>
            <a:ext cx="34640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Shaik Mohammed Shahbaaz</a:t>
            </a:r>
          </a:p>
          <a:p>
            <a:pPr algn="ctr"/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Pulugu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Mrudhula Manju</a:t>
            </a:r>
          </a:p>
        </p:txBody>
      </p:sp>
      <p:sp>
        <p:nvSpPr>
          <p:cNvPr id="4" name="Google Shape;99;p1">
            <a:extLst>
              <a:ext uri="{FF2B5EF4-FFF2-40B4-BE49-F238E27FC236}">
                <a16:creationId xmlns:a16="http://schemas.microsoft.com/office/drawing/2014/main" id="{546621C8-A6FA-3BC5-2858-1F2230E6DB41}"/>
              </a:ext>
            </a:extLst>
          </p:cNvPr>
          <p:cNvSpPr txBox="1"/>
          <p:nvPr/>
        </p:nvSpPr>
        <p:spPr>
          <a:xfrm>
            <a:off x="4775830" y="4130183"/>
            <a:ext cx="2640333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Project Associates</a:t>
            </a:r>
            <a:endParaRPr sz="24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988076-B5C2-4728-4733-D7B09ED7975E}"/>
              </a:ext>
            </a:extLst>
          </p:cNvPr>
          <p:cNvSpPr txBox="1"/>
          <p:nvPr/>
        </p:nvSpPr>
        <p:spPr>
          <a:xfrm>
            <a:off x="1146312" y="1369871"/>
            <a:ext cx="879569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Shahbaaz Shaik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Bachelor of Science MSCs Graduate | Data Analytics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https://in.linkedin.com/in/shahbaaz-shaik-a52764366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https://github.com/shahbaaz2803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Mrudhula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Pulugu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CSE(AI) Graduate | Data Analytics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https://www.linkedin.com/in/pulugu-mrudhula-3485ba257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https://github.com/Mrudhula736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060A870-8F39-138F-FDA2-DB3639F50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313" y="1000539"/>
            <a:ext cx="1944757" cy="369332"/>
          </a:xfrm>
        </p:spPr>
        <p:txBody>
          <a:bodyPr>
            <a:noAutofit/>
          </a:bodyPr>
          <a:lstStyle/>
          <a:p>
            <a:r>
              <a:rPr lang="en-IN" sz="2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</a:p>
        </p:txBody>
      </p:sp>
    </p:spTree>
    <p:extLst>
      <p:ext uri="{BB962C8B-B14F-4D97-AF65-F5344CB8AC3E}">
        <p14:creationId xmlns:p14="http://schemas.microsoft.com/office/powerpoint/2010/main" val="976618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34E6B-B536-610B-712C-36266E7DE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7C466D-1CF9-5E30-BA07-B1FE7E801BD0}"/>
              </a:ext>
            </a:extLst>
          </p:cNvPr>
          <p:cNvSpPr txBox="1"/>
          <p:nvPr/>
        </p:nvSpPr>
        <p:spPr>
          <a:xfrm>
            <a:off x="377687" y="377687"/>
            <a:ext cx="35383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da: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D8F7A53-EAAC-3739-317F-2D56154DCC10}"/>
              </a:ext>
            </a:extLst>
          </p:cNvPr>
          <p:cNvGrpSpPr/>
          <p:nvPr/>
        </p:nvGrpSpPr>
        <p:grpSpPr>
          <a:xfrm>
            <a:off x="3687418" y="2087216"/>
            <a:ext cx="5158410" cy="2683567"/>
            <a:chOff x="3687418" y="2087216"/>
            <a:chExt cx="5158410" cy="2683567"/>
          </a:xfrm>
        </p:grpSpPr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5C9FEDFE-5F47-F01E-30EF-133A51FA9945}"/>
                </a:ext>
              </a:extLst>
            </p:cNvPr>
            <p:cNvSpPr/>
            <p:nvPr/>
          </p:nvSpPr>
          <p:spPr>
            <a:xfrm>
              <a:off x="3687418" y="4283765"/>
              <a:ext cx="5158410" cy="487018"/>
            </a:xfrm>
            <a:prstGeom prst="parallelogram">
              <a:avLst>
                <a:gd name="adj" fmla="val 543367"/>
              </a:avLst>
            </a:prstGeom>
            <a:solidFill>
              <a:srgbClr val="83A141"/>
            </a:solidFill>
            <a:ln>
              <a:noFill/>
            </a:ln>
            <a:effectLst>
              <a:outerShdw blurRad="254000" dist="215900" dir="5400000" kx="-12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D0E571A8-AACC-052E-4331-D76EC5DE5BBA}"/>
                </a:ext>
              </a:extLst>
            </p:cNvPr>
            <p:cNvSpPr/>
            <p:nvPr/>
          </p:nvSpPr>
          <p:spPr>
            <a:xfrm>
              <a:off x="5019259" y="2087216"/>
              <a:ext cx="2544417" cy="487017"/>
            </a:xfrm>
            <a:prstGeom prst="parallelogram">
              <a:avLst>
                <a:gd name="adj" fmla="val 269784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  <a:effectLst>
              <a:outerShdw blurRad="254000" dist="215900" dir="5400000" sy="23000" kx="-1200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739DE71-17C7-1F1B-A526-B8DA767F0F8B}"/>
              </a:ext>
            </a:extLst>
          </p:cNvPr>
          <p:cNvGrpSpPr/>
          <p:nvPr/>
        </p:nvGrpSpPr>
        <p:grpSpPr>
          <a:xfrm>
            <a:off x="2872408" y="188843"/>
            <a:ext cx="7116417" cy="5943601"/>
            <a:chOff x="2872408" y="188843"/>
            <a:chExt cx="7116417" cy="5943601"/>
          </a:xfrm>
        </p:grpSpPr>
        <p:sp>
          <p:nvSpPr>
            <p:cNvPr id="10" name="Trapezoid 9">
              <a:extLst>
                <a:ext uri="{FF2B5EF4-FFF2-40B4-BE49-F238E27FC236}">
                  <a16:creationId xmlns:a16="http://schemas.microsoft.com/office/drawing/2014/main" id="{284053B7-515A-037C-397E-7429D787B6C3}"/>
                </a:ext>
              </a:extLst>
            </p:cNvPr>
            <p:cNvSpPr/>
            <p:nvPr/>
          </p:nvSpPr>
          <p:spPr>
            <a:xfrm>
              <a:off x="5287616" y="188843"/>
              <a:ext cx="2266121" cy="1898373"/>
            </a:xfrm>
            <a:prstGeom prst="trapezoid">
              <a:avLst>
                <a:gd name="adj" fmla="val 92818"/>
              </a:avLst>
            </a:prstGeom>
            <a:solidFill>
              <a:srgbClr val="43A047"/>
            </a:solidFill>
            <a:ln>
              <a:noFill/>
            </a:ln>
            <a:effectLst>
              <a:outerShdw blurRad="254000" dist="215900" dir="5400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2" name="Trapezoid 11">
              <a:extLst>
                <a:ext uri="{FF2B5EF4-FFF2-40B4-BE49-F238E27FC236}">
                  <a16:creationId xmlns:a16="http://schemas.microsoft.com/office/drawing/2014/main" id="{322FAF01-12F3-AAD4-C896-DC50AEF57A4B}"/>
                </a:ext>
              </a:extLst>
            </p:cNvPr>
            <p:cNvSpPr/>
            <p:nvPr/>
          </p:nvSpPr>
          <p:spPr>
            <a:xfrm>
              <a:off x="2872408" y="4770783"/>
              <a:ext cx="7116417" cy="1361661"/>
            </a:xfrm>
            <a:prstGeom prst="trapezoid">
              <a:avLst>
                <a:gd name="adj" fmla="val 59336"/>
              </a:avLst>
            </a:prstGeom>
            <a:solidFill>
              <a:srgbClr val="E86C32"/>
            </a:solidFill>
            <a:ln>
              <a:noFill/>
            </a:ln>
            <a:effectLst>
              <a:outerShdw blurRad="254000" dist="2159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1" name="Trapezoid 10">
              <a:extLst>
                <a:ext uri="{FF2B5EF4-FFF2-40B4-BE49-F238E27FC236}">
                  <a16:creationId xmlns:a16="http://schemas.microsoft.com/office/drawing/2014/main" id="{8FD8C72D-8ACA-1A60-ABEE-4AB96202389D}"/>
                </a:ext>
              </a:extLst>
            </p:cNvPr>
            <p:cNvSpPr/>
            <p:nvPr/>
          </p:nvSpPr>
          <p:spPr>
            <a:xfrm>
              <a:off x="3975653" y="2574234"/>
              <a:ext cx="4870174" cy="1709531"/>
            </a:xfrm>
            <a:prstGeom prst="trapezoid">
              <a:avLst>
                <a:gd name="adj" fmla="val 59506"/>
              </a:avLst>
            </a:prstGeom>
            <a:solidFill>
              <a:srgbClr val="A1CE4B"/>
            </a:solidFill>
            <a:ln>
              <a:noFill/>
            </a:ln>
            <a:effectLst>
              <a:outerShdw blurRad="254000" dist="215900" dir="5400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endParaRPr lang="en-GB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9FBF60E-3454-F39A-2485-8899BD5F7B47}"/>
              </a:ext>
            </a:extLst>
          </p:cNvPr>
          <p:cNvSpPr txBox="1"/>
          <p:nvPr/>
        </p:nvSpPr>
        <p:spPr>
          <a:xfrm>
            <a:off x="4641573" y="4733671"/>
            <a:ext cx="55659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 – Details (Websites, Processor followed by us) 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of the Data</a:t>
            </a:r>
            <a:endPara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61B709-0D55-0D36-FF39-5F8091134A44}"/>
              </a:ext>
            </a:extLst>
          </p:cNvPr>
          <p:cNvSpPr txBox="1"/>
          <p:nvPr/>
        </p:nvSpPr>
        <p:spPr>
          <a:xfrm>
            <a:off x="4770779" y="2812772"/>
            <a:ext cx="9044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Arial Black" panose="020B0A04020102020204" pitchFamily="34" charset="0"/>
              </a:rPr>
              <a:t>02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6CBBF0-4C67-6B76-8D26-DE5A54011344}"/>
              </a:ext>
            </a:extLst>
          </p:cNvPr>
          <p:cNvSpPr txBox="1"/>
          <p:nvPr/>
        </p:nvSpPr>
        <p:spPr>
          <a:xfrm>
            <a:off x="5938631" y="844790"/>
            <a:ext cx="9442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Arial Black" panose="020B0A04020102020204" pitchFamily="34" charset="0"/>
              </a:rPr>
              <a:t>03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034C3D-2C0F-086A-2AED-FBD0742B19F8}"/>
              </a:ext>
            </a:extLst>
          </p:cNvPr>
          <p:cNvSpPr txBox="1"/>
          <p:nvPr/>
        </p:nvSpPr>
        <p:spPr>
          <a:xfrm>
            <a:off x="5536094" y="1474375"/>
            <a:ext cx="2027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Conclusion </a:t>
            </a:r>
          </a:p>
          <a:p>
            <a:pPr lvl="1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Experience/Challenges</a:t>
            </a:r>
            <a:endPara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E790E8-1689-04CB-4129-4E85BF1A92C1}"/>
              </a:ext>
            </a:extLst>
          </p:cNvPr>
          <p:cNvSpPr txBox="1"/>
          <p:nvPr/>
        </p:nvSpPr>
        <p:spPr>
          <a:xfrm>
            <a:off x="3503544" y="4976748"/>
            <a:ext cx="9442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Arial Black" panose="020B0A04020102020204" pitchFamily="34" charset="0"/>
              </a:rPr>
              <a:t>01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18F2A0-6C50-763E-0E3C-2CD20D203E30}"/>
              </a:ext>
            </a:extLst>
          </p:cNvPr>
          <p:cNvSpPr txBox="1"/>
          <p:nvPr/>
        </p:nvSpPr>
        <p:spPr>
          <a:xfrm>
            <a:off x="4865204" y="2825880"/>
            <a:ext cx="40352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Exploratory Data Analysis: 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Data Cleaning Steps 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Data Manipulation Steps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 Steps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  Steps </a:t>
            </a:r>
          </a:p>
          <a:p>
            <a:pPr lvl="0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 Variate Analysis steps</a:t>
            </a:r>
            <a:endPara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2829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24" grpId="0"/>
      <p:bldP spid="18" grpId="0"/>
      <p:bldP spid="20" grpId="0"/>
      <p:bldP spid="19" grpId="0"/>
      <p:bldP spid="23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9F300-581A-6B8F-A312-C35A69539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71A9A-2564-AA7C-565B-1F8821CB1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" y="289068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uction: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9064C4DB-8CED-18C3-5755-7C2744B8F8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ABDF8B4B-0C8D-A7A5-8A68-01D6A1E165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4A4CA39-F969-35CB-1E7C-CD9376B096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93279" y="956571"/>
            <a:ext cx="11336400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Restaurants Data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collected from an online </a:t>
            </a:r>
            <a:r>
              <a:rPr lang="en-US" sz="2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EazyDiner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through Web scraping.</a:t>
            </a:r>
          </a:p>
          <a:p>
            <a:pPr algn="just">
              <a:lnSpc>
                <a:spcPct val="10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details like Restaurant name, city, area, cuisine type, cost for two and ratings.</a:t>
            </a:r>
          </a:p>
          <a:p>
            <a:pPr algn="just">
              <a:lnSpc>
                <a:spcPct val="10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raw data was cleaned and organized by removing duplicates and formatting inconsistent values.</a:t>
            </a:r>
          </a:p>
          <a:p>
            <a:pPr algn="just">
              <a:lnSpc>
                <a:spcPct val="100000"/>
              </a:lnSpc>
            </a:pPr>
            <a:r>
              <a:rPr lang="en-US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performed to understand pricing patterns, customer preferences, and restaurant performance across cities.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were created to effectively showcase trends in price versus ratings and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cuisine types.</a:t>
            </a:r>
          </a:p>
          <a:p>
            <a:pPr algn="just">
              <a:lnSpc>
                <a:spcPct val="10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insights help customers choose restaurants that best match their preferences and assist businesses in refining their pricing and marketing strategies.</a:t>
            </a:r>
          </a:p>
        </p:txBody>
      </p:sp>
    </p:spTree>
    <p:extLst>
      <p:ext uri="{BB962C8B-B14F-4D97-AF65-F5344CB8AC3E}">
        <p14:creationId xmlns:p14="http://schemas.microsoft.com/office/powerpoint/2010/main" val="2537943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8D8E4-E110-A56B-CF40-8DF408824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57C9-6048-86FD-D462-6C4061560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412" y="358642"/>
            <a:ext cx="10498393" cy="989759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lang="en-IN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</p:txBody>
      </p:sp>
      <p:sp>
        <p:nvSpPr>
          <p:cNvPr id="5" name="AutoShape 4" descr="IMDb Yellow Logo on Transparent Background">
            <a:extLst>
              <a:ext uri="{FF2B5EF4-FFF2-40B4-BE49-F238E27FC236}">
                <a16:creationId xmlns:a16="http://schemas.microsoft.com/office/drawing/2014/main" id="{53F8E77D-A54D-37AC-0CFB-13F9D3FF7B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2" descr="AmbitionBox - Salary &amp; Reviews – Apps on Google Play">
            <a:extLst>
              <a:ext uri="{FF2B5EF4-FFF2-40B4-BE49-F238E27FC236}">
                <a16:creationId xmlns:a16="http://schemas.microsoft.com/office/drawing/2014/main" id="{B546583E-4336-B42B-A208-E8DBEF2661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1798608"/>
            <a:ext cx="1935192" cy="193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F2663EF-62FF-8216-E72C-CE826715273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27800" y="1417600"/>
            <a:ext cx="11336400" cy="468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8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restaurant industry is rapidly expanding across major Indian cities, leading to high competition and diverse customer choices.</a:t>
            </a:r>
          </a:p>
          <a:p>
            <a:pPr marL="34290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 often struggle to identify restaurants that fit their </a:t>
            </a:r>
            <a:r>
              <a:rPr lang="en-US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budget, preferred cuisine, and quality expectations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to analyze data from platforms like </a:t>
            </a:r>
            <a:r>
              <a:rPr lang="en-US" altLang="en-US" sz="23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EazyDiner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trends in </a:t>
            </a:r>
            <a:r>
              <a:rPr lang="en-US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cost, ratings, and cuisine popularity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across cities.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Restaurants lack data-driven insights to </a:t>
            </a:r>
            <a:r>
              <a:rPr lang="en-US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 pricing, improve service quality,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 customer satisfaction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 analysis can help businesses </a:t>
            </a:r>
            <a:r>
              <a:rPr lang="en-US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informed strategic decisions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help customers </a:t>
            </a:r>
            <a:r>
              <a:rPr lang="en-US" altLang="en-US" sz="23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 better dining options</a:t>
            </a:r>
            <a:r>
              <a:rPr lang="en-US" altLang="en-US" sz="2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on real insights.</a:t>
            </a:r>
          </a:p>
        </p:txBody>
      </p:sp>
    </p:spTree>
    <p:extLst>
      <p:ext uri="{BB962C8B-B14F-4D97-AF65-F5344CB8AC3E}">
        <p14:creationId xmlns:p14="http://schemas.microsoft.com/office/powerpoint/2010/main" val="3967736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AFAD8-355A-6C86-DAAE-3E3F9DC6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296" y="580062"/>
            <a:ext cx="2907890" cy="9091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tives: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A9C7E8-2BD2-6098-FF07-D883196AF7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27800" y="1416860"/>
            <a:ext cx="1133640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collect real-time Restaurant data from an online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EazyDiner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website using web scraping.</a:t>
            </a:r>
          </a:p>
          <a:p>
            <a:pPr marL="34290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clean and preprocess the collected data for accurate and structured analysis.</a:t>
            </a:r>
          </a:p>
          <a:p>
            <a:pPr marL="342900"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study the relationship between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for two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the most common and popular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cuisine types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across different areas.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trends and comparisons using charts for better market understanding.</a:t>
            </a:r>
          </a:p>
          <a:p>
            <a:pPr marL="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compare restaurant performance based on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ratings and pricing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trends.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extract insights that help in understanding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preferences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positioning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1027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9875-408F-AAEB-E616-9F7F913C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560" y="302736"/>
            <a:ext cx="3657623" cy="684068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en-IN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Scraping: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D5F9008-6A00-E6E6-8FDA-0459581E9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777" y="1046439"/>
            <a:ext cx="6832969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2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scraping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used to automatically extract restaurant details from the </a:t>
            </a:r>
            <a:r>
              <a:rPr lang="en-US" alt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EazyDiner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website.</a:t>
            </a:r>
          </a:p>
          <a:p>
            <a:pPr marL="342900" lvl="3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created using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leveraging libraries such as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fetch and parse data from multiple city pages.</a:t>
            </a:r>
          </a:p>
          <a:p>
            <a:pPr marL="342900" lvl="7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HTML elements such as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Restaurant Name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Cuisine Type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for Two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were identified and extracted from each listing.</a:t>
            </a:r>
          </a:p>
          <a:p>
            <a:pPr marL="342900" lvl="1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extraction loop was automated to navigate through multiple pages for each city, ensuring the collection of a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and diverse dataset.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1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Collected data was stored in a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 format (CSV)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enabling further cleaning and analysis.</a:t>
            </a:r>
          </a:p>
          <a:p>
            <a:pPr marL="342900" lvl="1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Care was taken to remove advertisements,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repeated elements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entries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irrelevant tags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during data extraction.</a:t>
            </a:r>
          </a:p>
          <a:p>
            <a:pPr marL="342900" lvl="1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final output was a clean, structured raw dataset, ready for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1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scraper targeted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 major cities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across India and abroad, including </a:t>
            </a:r>
            <a:r>
              <a:rPr lang="en-US" altLang="en-U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Delhi-</a:t>
            </a:r>
            <a:r>
              <a:rPr lang="en-US" altLang="en-US" sz="18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NCR,Mumbai,Pune,Goa</a:t>
            </a:r>
            <a:r>
              <a:rPr lang="en-US" altLang="en-U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Dubai,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others.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22BCF0-1A0F-2DA4-EE75-7F47802FF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897" y="823817"/>
            <a:ext cx="4681330" cy="497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4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63044B-AF21-5210-605D-D2E8548BDA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744" b="31847"/>
          <a:stretch>
            <a:fillRect/>
          </a:stretch>
        </p:blipFill>
        <p:spPr>
          <a:xfrm>
            <a:off x="7361826" y="4735235"/>
            <a:ext cx="3900996" cy="1144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14ED5B-CE6B-6FEA-5ACD-D2D906230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499" y="3050222"/>
            <a:ext cx="3705225" cy="12287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FC6FD3-205E-D891-EE1E-88EB098799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500" y="1215250"/>
            <a:ext cx="3931200" cy="15925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319E17C-F377-C060-CD84-1B40F88D6D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496" y="4567555"/>
            <a:ext cx="3178370" cy="1429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05815D-FC7B-88DB-73DB-8EB98358F77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2655" b="41544"/>
          <a:stretch>
            <a:fillRect/>
          </a:stretch>
        </p:blipFill>
        <p:spPr>
          <a:xfrm>
            <a:off x="493043" y="2910264"/>
            <a:ext cx="4021200" cy="10374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C4AF84-D460-443B-7EC4-52775B7777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9549" y="1259553"/>
            <a:ext cx="3263317" cy="1400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C52877-0C48-5832-A3A6-F82C9EE64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553" y="435917"/>
            <a:ext cx="3008179" cy="823861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IN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Used:</a:t>
            </a:r>
          </a:p>
        </p:txBody>
      </p:sp>
      <p:pic>
        <p:nvPicPr>
          <p:cNvPr id="5" name="Picture 4" descr="File:Requests Python Logo.png - Wikimedia Commons">
            <a:extLst>
              <a:ext uri="{FF2B5EF4-FFF2-40B4-BE49-F238E27FC236}">
                <a16:creationId xmlns:a16="http://schemas.microsoft.com/office/drawing/2014/main" id="{0559289C-A341-8C93-95B3-A94F568BFA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6162" y="1918860"/>
            <a:ext cx="2177263" cy="279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322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25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" accel="100000" fill="hold">
                                          <p:stCondLst>
                                            <p:cond delay="22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15AC84-A0F7-591D-515D-BFAA683C1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14" y="1151984"/>
            <a:ext cx="7492764" cy="477269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A09B6F-DC98-A9D5-B2B2-55CCE0CB1777}"/>
              </a:ext>
            </a:extLst>
          </p:cNvPr>
          <p:cNvSpPr txBox="1">
            <a:spLocks/>
          </p:cNvSpPr>
          <p:nvPr/>
        </p:nvSpPr>
        <p:spPr>
          <a:xfrm>
            <a:off x="0" y="99523"/>
            <a:ext cx="3008179" cy="823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66C85F-C71F-201F-FB44-F5390675C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608" y="2085787"/>
            <a:ext cx="4053675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321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Block Arc 35">
            <a:extLst>
              <a:ext uri="{FF2B5EF4-FFF2-40B4-BE49-F238E27FC236}">
                <a16:creationId xmlns:a16="http://schemas.microsoft.com/office/drawing/2014/main" id="{38E6B5E2-E240-2725-170C-9A7208124CB4}"/>
              </a:ext>
            </a:extLst>
          </p:cNvPr>
          <p:cNvSpPr/>
          <p:nvPr/>
        </p:nvSpPr>
        <p:spPr>
          <a:xfrm rot="10534063">
            <a:off x="8805248" y="4383420"/>
            <a:ext cx="1283436" cy="787655"/>
          </a:xfrm>
          <a:prstGeom prst="blockArc">
            <a:avLst/>
          </a:prstGeom>
          <a:solidFill>
            <a:srgbClr val="0079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5" name="Block Arc 34">
            <a:extLst>
              <a:ext uri="{FF2B5EF4-FFF2-40B4-BE49-F238E27FC236}">
                <a16:creationId xmlns:a16="http://schemas.microsoft.com/office/drawing/2014/main" id="{91232FDC-061D-3DA7-52AC-A8C3EF748BD0}"/>
              </a:ext>
            </a:extLst>
          </p:cNvPr>
          <p:cNvSpPr/>
          <p:nvPr/>
        </p:nvSpPr>
        <p:spPr>
          <a:xfrm rot="7662998">
            <a:off x="10084827" y="3698132"/>
            <a:ext cx="1283436" cy="787655"/>
          </a:xfrm>
          <a:prstGeom prst="blockArc">
            <a:avLst/>
          </a:prstGeom>
          <a:solidFill>
            <a:srgbClr val="4F22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4" name="Block Arc 33">
            <a:extLst>
              <a:ext uri="{FF2B5EF4-FFF2-40B4-BE49-F238E27FC236}">
                <a16:creationId xmlns:a16="http://schemas.microsoft.com/office/drawing/2014/main" id="{9AC3FF1A-BF91-5E8E-62AE-AD203E372783}"/>
              </a:ext>
            </a:extLst>
          </p:cNvPr>
          <p:cNvSpPr/>
          <p:nvPr/>
        </p:nvSpPr>
        <p:spPr>
          <a:xfrm rot="4856213">
            <a:off x="10298942" y="2349809"/>
            <a:ext cx="1283436" cy="787655"/>
          </a:xfrm>
          <a:prstGeom prst="blockArc">
            <a:avLst/>
          </a:prstGeom>
          <a:solidFill>
            <a:srgbClr val="548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3" name="Block Arc 32">
            <a:extLst>
              <a:ext uri="{FF2B5EF4-FFF2-40B4-BE49-F238E27FC236}">
                <a16:creationId xmlns:a16="http://schemas.microsoft.com/office/drawing/2014/main" id="{B5B8A585-8AAB-FC04-CC9E-F992DDD957BD}"/>
              </a:ext>
            </a:extLst>
          </p:cNvPr>
          <p:cNvSpPr/>
          <p:nvPr/>
        </p:nvSpPr>
        <p:spPr>
          <a:xfrm rot="1079620">
            <a:off x="9488991" y="1269065"/>
            <a:ext cx="1283436" cy="787655"/>
          </a:xfrm>
          <a:prstGeom prst="blockArc">
            <a:avLst/>
          </a:prstGeom>
          <a:solidFill>
            <a:srgbClr val="A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2" name="Block Arc 31">
            <a:extLst>
              <a:ext uri="{FF2B5EF4-FFF2-40B4-BE49-F238E27FC236}">
                <a16:creationId xmlns:a16="http://schemas.microsoft.com/office/drawing/2014/main" id="{025E99DF-9EFA-3FD1-2264-01897196C4FA}"/>
              </a:ext>
            </a:extLst>
          </p:cNvPr>
          <p:cNvSpPr/>
          <p:nvPr/>
        </p:nvSpPr>
        <p:spPr>
          <a:xfrm rot="14066880">
            <a:off x="7717770" y="3628354"/>
            <a:ext cx="1283436" cy="787655"/>
          </a:xfrm>
          <a:prstGeom prst="blockArc">
            <a:avLst/>
          </a:prstGeom>
          <a:solidFill>
            <a:srgbClr val="DAA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0" name="Block Arc 29">
            <a:extLst>
              <a:ext uri="{FF2B5EF4-FFF2-40B4-BE49-F238E27FC236}">
                <a16:creationId xmlns:a16="http://schemas.microsoft.com/office/drawing/2014/main" id="{F5BD29B2-92EE-A7E2-9402-05F4AC32F97D}"/>
              </a:ext>
            </a:extLst>
          </p:cNvPr>
          <p:cNvSpPr/>
          <p:nvPr/>
        </p:nvSpPr>
        <p:spPr>
          <a:xfrm rot="19321029">
            <a:off x="8358968" y="1362543"/>
            <a:ext cx="1283436" cy="787655"/>
          </a:xfrm>
          <a:prstGeom prst="blockArc">
            <a:avLst/>
          </a:prstGeom>
          <a:solidFill>
            <a:srgbClr val="5484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E33525-D926-CE9E-E017-A7BE8655E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610" y="303332"/>
            <a:ext cx="5008061" cy="723672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r>
              <a:rPr lang="en-IN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9E422E-7237-6B68-948C-691EB219AA65}"/>
              </a:ext>
            </a:extLst>
          </p:cNvPr>
          <p:cNvSpPr txBox="1"/>
          <p:nvPr/>
        </p:nvSpPr>
        <p:spPr>
          <a:xfrm>
            <a:off x="772886" y="1233081"/>
            <a:ext cx="683492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Profiling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if all columns are properly captured. Identify missing, incomplete, or inconsistent records.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 Fix Structural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formatting inconsistencies in columns. Clean extra spaces, symbols, or HTML tags 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   Remove Duplicates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 restaurant names or repeated URLs.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   Data Transformation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data into proper types for analysis.</a:t>
            </a:r>
          </a:p>
          <a:p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   Handle Missing Data</a:t>
            </a:r>
            <a:b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   Identify columns with null or missing values.</a:t>
            </a:r>
            <a:b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    Filter Outliers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handle unrealistic values. </a:t>
            </a:r>
          </a:p>
          <a:p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   Data Validation</a:t>
            </a:r>
            <a:b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   Validate that all transformations and corrections were successfully applied before moving to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9AB6209-E453-2E1E-8421-8699FB40CA39}"/>
              </a:ext>
            </a:extLst>
          </p:cNvPr>
          <p:cNvSpPr/>
          <p:nvPr/>
        </p:nvSpPr>
        <p:spPr>
          <a:xfrm>
            <a:off x="10208430" y="1221144"/>
            <a:ext cx="1391479" cy="1439474"/>
          </a:xfrm>
          <a:prstGeom prst="ellipse">
            <a:avLst/>
          </a:prstGeom>
          <a:solidFill>
            <a:srgbClr val="6DAB3F"/>
          </a:solidFill>
          <a:ln>
            <a:noFill/>
          </a:ln>
          <a:effectLst>
            <a:outerShdw blurRad="50800" dist="50800" dir="1440000" sx="101000" sy="101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FB95364-7BC5-80FE-DE16-820929D1ED80}"/>
              </a:ext>
            </a:extLst>
          </p:cNvPr>
          <p:cNvSpPr/>
          <p:nvPr/>
        </p:nvSpPr>
        <p:spPr>
          <a:xfrm>
            <a:off x="8607287" y="2216426"/>
            <a:ext cx="1818861" cy="1779104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50800" dist="50800" dir="1440000" sx="101000" sy="101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A7B64C5-8190-8D14-0132-D5A5F4899C94}"/>
              </a:ext>
            </a:extLst>
          </p:cNvPr>
          <p:cNvSpPr/>
          <p:nvPr/>
        </p:nvSpPr>
        <p:spPr>
          <a:xfrm>
            <a:off x="10475843" y="2826655"/>
            <a:ext cx="1391479" cy="135879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50800" dist="50800" dir="1440000" sx="101000" sy="101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Block Arc 30">
            <a:extLst>
              <a:ext uri="{FF2B5EF4-FFF2-40B4-BE49-F238E27FC236}">
                <a16:creationId xmlns:a16="http://schemas.microsoft.com/office/drawing/2014/main" id="{E5A7182A-330D-59F1-3A27-9A1C76266812}"/>
              </a:ext>
            </a:extLst>
          </p:cNvPr>
          <p:cNvSpPr/>
          <p:nvPr/>
        </p:nvSpPr>
        <p:spPr>
          <a:xfrm rot="17185593">
            <a:off x="7483569" y="2432757"/>
            <a:ext cx="1283436" cy="787655"/>
          </a:xfrm>
          <a:prstGeom prst="blockArc">
            <a:avLst/>
          </a:prstGeom>
          <a:solidFill>
            <a:srgbClr val="A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67C309-36BE-3F1C-CC8D-C49FFA388AA9}"/>
              </a:ext>
            </a:extLst>
          </p:cNvPr>
          <p:cNvSpPr/>
          <p:nvPr/>
        </p:nvSpPr>
        <p:spPr>
          <a:xfrm>
            <a:off x="7987986" y="3995023"/>
            <a:ext cx="1391479" cy="1439474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50800" dist="50800" dir="1440000" sx="101000" sy="101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860B015-668C-5523-12FE-D8039B35A2E3}"/>
              </a:ext>
            </a:extLst>
          </p:cNvPr>
          <p:cNvSpPr/>
          <p:nvPr/>
        </p:nvSpPr>
        <p:spPr>
          <a:xfrm>
            <a:off x="9546534" y="4040620"/>
            <a:ext cx="1391479" cy="1439474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50800" dist="50800" dir="1440000" sx="101000" sy="101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6C6183-0C99-F2B0-9939-B7C80F777451}"/>
              </a:ext>
            </a:extLst>
          </p:cNvPr>
          <p:cNvSpPr/>
          <p:nvPr/>
        </p:nvSpPr>
        <p:spPr>
          <a:xfrm>
            <a:off x="7101980" y="2672555"/>
            <a:ext cx="1391479" cy="1439474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50800" dist="50800" dir="1440000" sx="101000" sy="101000" algn="ctr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C32584-362B-2080-1BCD-EF602FEBBC17}"/>
              </a:ext>
            </a:extLst>
          </p:cNvPr>
          <p:cNvSpPr/>
          <p:nvPr/>
        </p:nvSpPr>
        <p:spPr>
          <a:xfrm>
            <a:off x="7495050" y="1233588"/>
            <a:ext cx="1391479" cy="1439474"/>
          </a:xfrm>
          <a:prstGeom prst="ellipse">
            <a:avLst/>
          </a:prstGeom>
          <a:solidFill>
            <a:srgbClr val="6DAB3F"/>
          </a:solidFill>
          <a:ln>
            <a:noFill/>
          </a:ln>
          <a:effectLst>
            <a:outerShdw blurRad="50800" dist="50800" dir="144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EFF589F-B75F-9547-38AC-B23EF4F19810}"/>
              </a:ext>
            </a:extLst>
          </p:cNvPr>
          <p:cNvSpPr/>
          <p:nvPr/>
        </p:nvSpPr>
        <p:spPr>
          <a:xfrm>
            <a:off x="8816953" y="587036"/>
            <a:ext cx="1391479" cy="1381481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50800" dist="50800" dir="144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91B112-F0B5-9968-8DDD-A625F68A2813}"/>
              </a:ext>
            </a:extLst>
          </p:cNvPr>
          <p:cNvSpPr txBox="1"/>
          <p:nvPr/>
        </p:nvSpPr>
        <p:spPr>
          <a:xfrm>
            <a:off x="9008002" y="1027004"/>
            <a:ext cx="1009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885BD7-C409-07DE-C3C6-89B0DF4C7A7F}"/>
              </a:ext>
            </a:extLst>
          </p:cNvPr>
          <p:cNvSpPr txBox="1"/>
          <p:nvPr/>
        </p:nvSpPr>
        <p:spPr>
          <a:xfrm>
            <a:off x="10271320" y="1578598"/>
            <a:ext cx="13600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</a:t>
            </a:r>
          </a:p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Structural</a:t>
            </a:r>
          </a:p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DDC4E7-2BED-E605-830A-4E276AAB2ADF}"/>
              </a:ext>
            </a:extLst>
          </p:cNvPr>
          <p:cNvSpPr txBox="1"/>
          <p:nvPr/>
        </p:nvSpPr>
        <p:spPr>
          <a:xfrm>
            <a:off x="10726545" y="3269464"/>
            <a:ext cx="10093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</a:t>
            </a:r>
          </a:p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Duplicates</a:t>
            </a:r>
          </a:p>
          <a:p>
            <a:pPr algn="ctr"/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E2F161-9EA1-B94B-A971-96D45FEB5ED3}"/>
              </a:ext>
            </a:extLst>
          </p:cNvPr>
          <p:cNvSpPr txBox="1"/>
          <p:nvPr/>
        </p:nvSpPr>
        <p:spPr>
          <a:xfrm>
            <a:off x="9411532" y="4462303"/>
            <a:ext cx="16614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6CAB20-E8A0-23E3-997D-3A8631461778}"/>
              </a:ext>
            </a:extLst>
          </p:cNvPr>
          <p:cNvSpPr txBox="1"/>
          <p:nvPr/>
        </p:nvSpPr>
        <p:spPr>
          <a:xfrm>
            <a:off x="8543154" y="2494580"/>
            <a:ext cx="19521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algn="ctr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</a:p>
          <a:p>
            <a:pPr algn="ctr"/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9371DD-0165-DF96-D980-FF4487BABB04}"/>
              </a:ext>
            </a:extLst>
          </p:cNvPr>
          <p:cNvSpPr txBox="1"/>
          <p:nvPr/>
        </p:nvSpPr>
        <p:spPr>
          <a:xfrm>
            <a:off x="7909246" y="4450814"/>
            <a:ext cx="14894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</a:t>
            </a:r>
          </a:p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6F4966-7A6D-7209-4C87-D263DF39ABCC}"/>
              </a:ext>
            </a:extLst>
          </p:cNvPr>
          <p:cNvSpPr txBox="1"/>
          <p:nvPr/>
        </p:nvSpPr>
        <p:spPr>
          <a:xfrm>
            <a:off x="7190934" y="3152530"/>
            <a:ext cx="1206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</a:t>
            </a:r>
          </a:p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Outliers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033650-52C6-46CC-FA33-AA8DB1BC4A54}"/>
              </a:ext>
            </a:extLst>
          </p:cNvPr>
          <p:cNvSpPr txBox="1"/>
          <p:nvPr/>
        </p:nvSpPr>
        <p:spPr>
          <a:xfrm>
            <a:off x="7495051" y="1691208"/>
            <a:ext cx="13914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</a:p>
        </p:txBody>
      </p:sp>
    </p:spTree>
    <p:extLst>
      <p:ext uri="{BB962C8B-B14F-4D97-AF65-F5344CB8AC3E}">
        <p14:creationId xmlns:p14="http://schemas.microsoft.com/office/powerpoint/2010/main" val="3244275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0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5" grpId="0" animBg="1"/>
      <p:bldP spid="34" grpId="0" animBg="1"/>
      <p:bldP spid="33" grpId="0" animBg="1"/>
      <p:bldP spid="32" grpId="0" animBg="1"/>
      <p:bldP spid="30" grpId="0" animBg="1"/>
      <p:bldP spid="6" grpId="0" animBg="1"/>
      <p:bldP spid="8" grpId="0" animBg="1"/>
      <p:bldP spid="9" grpId="0" animBg="1"/>
      <p:bldP spid="3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9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9B076-F25A-AF23-B2ED-E39CABA8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7B71F6-5A99-37DE-C87D-B3B954117139}"/>
              </a:ext>
            </a:extLst>
          </p:cNvPr>
          <p:cNvSpPr txBox="1"/>
          <p:nvPr/>
        </p:nvSpPr>
        <p:spPr>
          <a:xfrm>
            <a:off x="320041" y="0"/>
            <a:ext cx="46694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</a:t>
            </a:r>
          </a:p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D147353-C70F-BB57-09A9-F3B44A47A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94" y="1317823"/>
            <a:ext cx="3295134" cy="2370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F09D9E-8A6A-66B4-DC16-0CD56FB3BA1A}"/>
              </a:ext>
            </a:extLst>
          </p:cNvPr>
          <p:cNvSpPr txBox="1"/>
          <p:nvPr/>
        </p:nvSpPr>
        <p:spPr>
          <a:xfrm>
            <a:off x="4313382" y="1237673"/>
            <a:ext cx="7558577" cy="2665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Histogram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(Cost for Two):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restaurants fall in the ₹500 to ₹2000 range, indicating that the majority are mid-range and affordable dining options.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peak around ₹900–₹1200 suggests this is the most common spending range for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fewer restaurants above ₹2500, showing that premium or luxury dining options are limited.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is slightly right-skewed, meaning a small number of high-cost restaurants increase the overall spread of prices.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393642D2-597B-976B-5E3A-32624295F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1746" y="4051105"/>
            <a:ext cx="3551068" cy="2189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DAEF58-C674-B50C-447E-8DA5D37F8527}"/>
              </a:ext>
            </a:extLst>
          </p:cNvPr>
          <p:cNvSpPr txBox="1"/>
          <p:nvPr/>
        </p:nvSpPr>
        <p:spPr>
          <a:xfrm>
            <a:off x="648794" y="3903146"/>
            <a:ext cx="738684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 Plot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(Ratings):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median rating is around 4.2–4.3, showing that most restaurants receive high customer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box (IQR) lies mostly between 4.0 and 4.5, indicating that the majority of restaurants are consistently well-rated.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outliers appear on the lower side (below 3.5), representing a few poorly rated restaurants.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concentration of values in the higher range confirms that customer satisfaction is generally strong across the platform.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0832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8DF810-C27B-E2D6-1E2D-B392CF1F0E19}"/>
              </a:ext>
            </a:extLst>
          </p:cNvPr>
          <p:cNvSpPr txBox="1"/>
          <p:nvPr/>
        </p:nvSpPr>
        <p:spPr>
          <a:xfrm>
            <a:off x="4678680" y="352993"/>
            <a:ext cx="7239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KDE Plot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[Cost for Two - Density Plot]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highest density peak is around ₹800–₹1200, indicating this is the most common spending range for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noticeable secondary peak appears around ₹1800–₹2000, showing a smaller premium dining segment.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curve gradually decreases after ₹2500, meaning fewer restaurants fall in the high-cost category.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overall shape is slightly right-skewed, indicating that a small number of expensive restaurants extend the upper range of prices.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4F1C8-07B7-2527-0355-A77B87B7C805}"/>
              </a:ext>
            </a:extLst>
          </p:cNvPr>
          <p:cNvSpPr txBox="1"/>
          <p:nvPr/>
        </p:nvSpPr>
        <p:spPr>
          <a:xfrm>
            <a:off x="182880" y="3223492"/>
            <a:ext cx="723900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Violin Plot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(Ratings):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widest part of the violin is around 4.0–4.5, indicating that most restaurants have ratings in this range.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median rating lies slightly above 4.0, showing overall strong customer satisfaction.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narrow lower portion below 3.0 indicates that very few restaurants have low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is concentrated toward the higher end, confirming that most restaurants are well-rated.</a:t>
            </a:r>
          </a:p>
          <a:p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0D610E8-3946-025B-4F1B-1E4EA0ACE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812" y="352993"/>
            <a:ext cx="3870588" cy="267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784E03-C623-5D8B-A057-1900F6740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1880" y="3289336"/>
            <a:ext cx="4206240" cy="2777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4930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B0D323C-FA40-F2D1-8C71-C747CB8AD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93005"/>
            <a:ext cx="3684905" cy="2606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008CFE1B-DEA5-8D09-7EB2-D010FD263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9559" y="3113505"/>
            <a:ext cx="3706731" cy="3073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9F1C068-CE31-CE6A-3069-37C9149C5E81}"/>
              </a:ext>
            </a:extLst>
          </p:cNvPr>
          <p:cNvSpPr txBox="1"/>
          <p:nvPr/>
        </p:nvSpPr>
        <p:spPr>
          <a:xfrm>
            <a:off x="8389672" y="240605"/>
            <a:ext cx="39080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508D6B-1F91-54B4-5A73-49326B40D28A}"/>
              </a:ext>
            </a:extLst>
          </p:cNvPr>
          <p:cNvSpPr txBox="1"/>
          <p:nvPr/>
        </p:nvSpPr>
        <p:spPr>
          <a:xfrm>
            <a:off x="4450080" y="312738"/>
            <a:ext cx="728154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 Plot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(Top 10 Cuisine Types)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Multicuisine dominates significantly, indicating that most restaurants offer multiple cuisine options.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cuisine is the second most common, showing strong local food preference.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Chinese, Fast Food, Cafe, and North Indian cuisines also appear frequently, indicating diverse customer choices.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cuisines like Italian, Continental, and Finger Food are present but in comparatively smaller numbers.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C3BC35-734A-DBB8-E937-59BF7E21AFE1}"/>
              </a:ext>
            </a:extLst>
          </p:cNvPr>
          <p:cNvSpPr txBox="1"/>
          <p:nvPr/>
        </p:nvSpPr>
        <p:spPr>
          <a:xfrm>
            <a:off x="460375" y="3276600"/>
            <a:ext cx="709866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Pie Chart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(City Distribution):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Bengaluru contributes the highest share (~26.5%), indicating it has the largest restaurant presence among top cities.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Delhi-NCR (~24.7%) and Mumbai (~24.1%) follow closely, showing strong competition among major metro cities.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Hyderabad (~13.6%) and Pune (~11.1%) contribute smaller but significant portions.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clearly highlights that the restaurant market is dominated by major metropolitan cities.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474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BF6EF-6426-5568-1210-1DC5E2D23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>
            <a:extLst>
              <a:ext uri="{FF2B5EF4-FFF2-40B4-BE49-F238E27FC236}">
                <a16:creationId xmlns:a16="http://schemas.microsoft.com/office/drawing/2014/main" id="{6A80D768-629C-F28F-4E83-6AD0FF3167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>
            <a:extLst>
              <a:ext uri="{FF2B5EF4-FFF2-40B4-BE49-F238E27FC236}">
                <a16:creationId xmlns:a16="http://schemas.microsoft.com/office/drawing/2014/main" id="{87C14D5C-1A10-D316-24D8-6E1F8E48CA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571189-0FF1-7A48-5BA7-42D7CD9CE33A}"/>
              </a:ext>
            </a:extLst>
          </p:cNvPr>
          <p:cNvSpPr txBox="1"/>
          <p:nvPr/>
        </p:nvSpPr>
        <p:spPr>
          <a:xfrm>
            <a:off x="274940" y="80267"/>
            <a:ext cx="72231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(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- Numerical</a:t>
            </a: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AC11CFD-5F16-A497-9BC1-889394190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675817"/>
            <a:ext cx="4340225" cy="2672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AC9D07-BBD4-8E2C-535C-E25769B84D2B}"/>
              </a:ext>
            </a:extLst>
          </p:cNvPr>
          <p:cNvSpPr txBox="1"/>
          <p:nvPr/>
        </p:nvSpPr>
        <p:spPr>
          <a:xfrm>
            <a:off x="5425440" y="657782"/>
            <a:ext cx="658368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Joint plot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(Cost for Two vs Ratings)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points are widely scattered, indicating no strong linear relationship between cost and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ratings (above 4.0) appear across almost all price ranges, showing that both affordable and expensive restaurants can be well-rated.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low-rated restaurants exist at different cost levels, suggesting that higher price does not guarantee better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relationship appears weak or slightly positive, but not strongly correlated.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94993A-C147-0D87-F916-E7D8D2FF5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727" y="3565625"/>
            <a:ext cx="4257994" cy="26345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7FAEA4-6E41-A017-7AF5-398BB22D8498}"/>
              </a:ext>
            </a:extLst>
          </p:cNvPr>
          <p:cNvSpPr txBox="1"/>
          <p:nvPr/>
        </p:nvSpPr>
        <p:spPr>
          <a:xfrm>
            <a:off x="460375" y="3735548"/>
            <a:ext cx="658368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Plot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(Cost for Two vs Ratings):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fluctuate across different cost levels, showing no consistent upward or downward trend.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ratings remain around 4.0–4.5, regardless of the cost range.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sudden drops in the line represent low-rated restaurants at certain price points.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trend suggests that increasing cost does not significantly increase ratings.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6282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1FF77-3768-C230-8BA1-8787F9DA5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>
            <a:extLst>
              <a:ext uri="{FF2B5EF4-FFF2-40B4-BE49-F238E27FC236}">
                <a16:creationId xmlns:a16="http://schemas.microsoft.com/office/drawing/2014/main" id="{F5DE64DE-BE5D-E302-6753-2E7E1AE36C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>
            <a:extLst>
              <a:ext uri="{FF2B5EF4-FFF2-40B4-BE49-F238E27FC236}">
                <a16:creationId xmlns:a16="http://schemas.microsoft.com/office/drawing/2014/main" id="{AAE07976-9CC9-42F8-5A3A-0348727927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7CC39D-8418-5ED8-EB4F-648D344595E6}"/>
              </a:ext>
            </a:extLst>
          </p:cNvPr>
          <p:cNvSpPr txBox="1"/>
          <p:nvPr/>
        </p:nvSpPr>
        <p:spPr>
          <a:xfrm>
            <a:off x="274940" y="80267"/>
            <a:ext cx="72231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(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- Categorical</a:t>
            </a: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89672F-C28E-B5FD-8695-DB5019E19438}"/>
              </a:ext>
            </a:extLst>
          </p:cNvPr>
          <p:cNvSpPr txBox="1"/>
          <p:nvPr/>
        </p:nvSpPr>
        <p:spPr>
          <a:xfrm>
            <a:off x="5425440" y="657782"/>
            <a:ext cx="658368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 Plot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(Average Cost for Two by City):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Dubai and Abu Dhabi show the highest average cost, indicating premium dining markets in these cities.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Indian cities, Bengaluru, Mumbai, and Delhi-NCR have relatively higher average costs, reflecting strong metropolitan pricing.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tier-2 cities have average costs around ₹800–₹1200, indicating more affordable dining options.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variation across cities highlights how location significantly influences restaurant pricing.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1B52E7-327B-C035-86F6-2B1DE33C1ACE}"/>
              </a:ext>
            </a:extLst>
          </p:cNvPr>
          <p:cNvSpPr txBox="1"/>
          <p:nvPr/>
        </p:nvSpPr>
        <p:spPr>
          <a:xfrm>
            <a:off x="460375" y="3735548"/>
            <a:ext cx="658368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Box Plot </a:t>
            </a:r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(Ratings by City)</a:t>
            </a:r>
            <a:r>
              <a:rPr lang="en-IN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Most cities have median ratings around 4.0 to 4.5, indicating generally high customer satisfaction across locations.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boxes are relatively compact in many cities, showing consistent ratings with limited variation.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Several lower outliers (below 3.0) appear across cities, representing a few poorly rated restaurants.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No city shows extremely low median ratings, suggesting that restaurant quality is fairly stable across regions.</a:t>
            </a:r>
          </a:p>
          <a:p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A8C5227-E344-0418-5A09-14F10F49A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75" y="714313"/>
            <a:ext cx="4431666" cy="2714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C10019-8C46-F025-5912-003746A3E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960" y="3506904"/>
            <a:ext cx="4297680" cy="269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42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DCD8B-3083-41B9-A710-9F04690BA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>
            <a:extLst>
              <a:ext uri="{FF2B5EF4-FFF2-40B4-BE49-F238E27FC236}">
                <a16:creationId xmlns:a16="http://schemas.microsoft.com/office/drawing/2014/main" id="{8EC5B71E-C86D-0C91-BE78-D374704955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>
            <a:extLst>
              <a:ext uri="{FF2B5EF4-FFF2-40B4-BE49-F238E27FC236}">
                <a16:creationId xmlns:a16="http://schemas.microsoft.com/office/drawing/2014/main" id="{57343042-70B3-7B3F-5786-67188286E4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6DA3B8-8EF2-1DFF-585A-B21477081444}"/>
              </a:ext>
            </a:extLst>
          </p:cNvPr>
          <p:cNvSpPr txBox="1"/>
          <p:nvPr/>
        </p:nvSpPr>
        <p:spPr>
          <a:xfrm>
            <a:off x="274940" y="80267"/>
            <a:ext cx="72231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(Categori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 - Categorical</a:t>
            </a: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EB65AA-FA26-27BE-97C3-FC7F7DEDD6FE}"/>
              </a:ext>
            </a:extLst>
          </p:cNvPr>
          <p:cNvSpPr txBox="1"/>
          <p:nvPr/>
        </p:nvSpPr>
        <p:spPr>
          <a:xfrm>
            <a:off x="5425440" y="657782"/>
            <a:ext cx="658368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Stacked Bar Plot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(Cuisine Type across Cities):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Bengaluru shows the highest overall count of different cuisine types, indicating a diverse food culture.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Ahmedabad also has a noticeable distribution of multiple cuisines, but lower compared to Bengaluru.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Cities like Abu Dhabi, Agra, and Amritsar show limited cuisine variety in comparison.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stacked structure clearly shows how cuisine diversity varies from city to city, reflecting regional demand and urbanization level.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405B3C-AF70-8B89-ACDE-B74A2AA272C3}"/>
              </a:ext>
            </a:extLst>
          </p:cNvPr>
          <p:cNvSpPr txBox="1"/>
          <p:nvPr/>
        </p:nvSpPr>
        <p:spPr>
          <a:xfrm>
            <a:off x="460375" y="3735548"/>
            <a:ext cx="658368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 Plot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(Top 5 Cuisines across Top 5 Cities):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Multicuisine clearly dominates in all top cities, especially in Delhi-NCR and Bengaluru, showing strong demand for diverse food options.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and Chinese cuisines also have consistent presence across major metro cities.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Mumbai and Delhi-NCR show relatively higher counts across multiple cuisine types, indicating greater food diversity.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Hyderabad and Pune have comparatively lower counts, suggesting a smaller but still active restaurant market.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ECDB15-C0C9-FC34-3536-30A8CB57C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75" y="675817"/>
            <a:ext cx="4462145" cy="28179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1B4CB8-5CFA-CDAB-A469-454AA849F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3493748"/>
            <a:ext cx="4617720" cy="270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824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7E525-DCAB-D7D2-08E9-D59437B04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>
            <a:extLst>
              <a:ext uri="{FF2B5EF4-FFF2-40B4-BE49-F238E27FC236}">
                <a16:creationId xmlns:a16="http://schemas.microsoft.com/office/drawing/2014/main" id="{A631637E-827B-0E22-E189-191692A14A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data:image/png;base64,iVBORw0KGgoAAAANSUhEUgAAAlAAAAHECAYAAAD2/RSNAAAAOXRFWHRTb2Z0d2FyZQBNYXRwbG90bGliIHZlcnNpb24zLjUuMiwgaHR0cHM6Ly9tYXRwbG90bGliLm9yZy8qNh9FAAAACXBIWXMAAA9hAAAPYQGoP6dpAACEZklEQVR4nO3dd3QU1d8G8Ge2phdCChBKCCT0aiiCVEFQkBKqgAKioIgIIkVeKSKCFRHwJ9JEihSDNFGUrhB6lR4ILYWE9L5l7vtHSCA0syHJ7CbP55wcsjOzO99dNrPP3rlzrySEECAiIiKifFMpXQARERGRrWGAIiIiIrIQAxQRERGRhRigiIiIiCzEAEVERERkIQYoIiIiIgsxQBERERFZiAGKiIiIyEIMUERUbDhuLxGVFAxQRIVoyJAhaNKkCQwGw2O36datG3r37g0ACAwMxLx58yzax/33OXToEAIDA3Ho0KGCFw1g3rx5CAwMzPNTq1YtNG3aFCNHjsTly5cf2tYS0dHRGD58OCIiIp643bZt29C2bVvUrVsXU6ZMKdBzeZRbt2499Pwe9bNhw4ZC22dhunTpEsaMGYMWLVqgTp06aNmyJd577z2cO3dO6dKISi2N0gUQlSS9evXCgQMHsG/fPjz//PMPrb9w4QIuXLiAjz/+GACwdu1a+Pj4FHh/tWvXxtq1a1GtWrUCP8b91q5dm/u72WxGZGQk5syZgwEDBuC3336Dp6dngR73wIED2LNnDz766KMnbjd9+nRUqVIFs2fPhre3d4H29SheXl55nltsbCzeeecdvPXWW2jTpk3u8kqVKhXaPgvL5cuX0bdvX9SrVw+TJ09G2bJlER0djZUrV6Jv375YsWIFGjRooHSZRKUOAxRRIerQoQNcXV2xefPmRwaojRs3wsHBAS+99BIAPPUHn5OTU6F+eD74WI0bN0a5cuUwYMAA/Prrr3jzzTcLbV+PkpiYiBYtWqBp06aF+rg6nS7Pc7t16xaA7MBk7eFj2bJlcHNzw+LFi6HVanOXP//88+jcuTO+++47/PDDDwpWSFQ68RQeUSHS6XTo2rUrdu/ejZSUlDzrzGYztm7dik6dOsHJyQnAw6fwYmJiMGnSJLRu3Rr16tVDr169sHPnzsfu78FTePPmzUOHDh2wZ88edO3aFXXq1MELL7yAX3/9tcDPqU6dOgDwxNNv27ZtQ8+ePdGwYUO0aNECU6ZMQVJSEgBgw4YNmDRpEgCgffv2mDhx4mOfBwAsWLAAgYGBuSFn//79eOWVV9C4cWM0bdoU77//PqKionLvu2HDBtSqVQvr169Hy5Yt0apVqzynHC0hyzJ++OEHdOjQIfe1W7FiRZ5tzGYzfvjhB3Tp0gX16tVDgwYN0K9fP4SGhuZuM2/ePHTq1Ak7duxAly5dULduXXTr1g0nTpzAyZMn0bt3b9SrVw9dunTJc79HuXPnDoCH+485ODhg0qRJ6Ny5c57lv/32G3r27In69eujTZs2+OKLL/KcUj5z5gxef/11NG3aFI0aNcKIESPyvF45/xdr1qxB27Zt8eyzz+Kff/4BABw9ehQDBw5E/fr10aRJE0yYMAHx8fF5Xr+5c+eiXbt2qFOnDtq1a4evv/4aRqMxPy8/kU1hgCIqZL169YLBYMAff/yRZ/k///yD2NhY9OrV65H3u3PnDnr16oXDhw9jzJgxmDdvHipUqICRI0di8+bN+d5/bGwsPv74Y7z66qv44Ycf4Ovri4kTJ+LKlSsFej7h4eEAHn9667vvvsOYMWNQv359fPvttxg5ciS2b9+OQYMGITMzE23atMFbb70FAJg/fz7efvvthx4j51QkkP36rV27Fl5eXti0aROGDh0Kb29vfP3115g0aRJOnDiBvn37Ii4uLvf+ZrMZ33//PT755BO89957BT6lOW3aNHz77bd4+eWX8f3336NTp0749NNPsWDBgtxtvvzySyxYsAB9+/bF4sWL8fHHHyMhIQGjR49Genp67nbR0dGYNWsWRowYgW+++QZJSUl49913MXbsWPTp0wdff/01ZFnGmDFjkJmZ+dia2rRpg8jISPTr1w+rVq3ClStXcsNUp06d0KNHj9xt16xZg7Fjx6JmzZqYP38+hg8fjtWrV2PatGkAgIMHD6J///6QZRkzZ87EJ598gqioKPTr1++h98ecOXMwYcIETJgwAQ0aNMCRI0cwePBg2NnZ4ZtvvsGHH36Iw4cP49VXX82tf9GiRVi1ahVGjhyJpUuXon///li8eDG+//77Av1/EFk1QUSFrnv37mLQoEF5lo0ePVp07tw5z7KAgADx7bffCiGE+Pzzz0Xt2rXFjRs38mzz2muviRYtWgiz2fzQfQ4ePCgCAgLEwYMHhRBCfPvttyIgIEAcOHAg9/4REREiICBALFmy5LH15tzPaDTm/qSkpIgjR46IHj16iMaNG4uYmJg82wohRGJioqhTp46YPHlynsc7cuSICAgIEKtWrRJCCBESEiICAgLEzZs3n/i63f/czGazaNGihRg8eHCeba5fvy5q164tPv/88zyPvW7duic+9v1u3rwpAgICREhISO6yq1evisDAQLFw4cI8286ZM0fUrVtXxMfHCyGEGDt2rFi2bFmebbZv3y4CAgLE8ePHhRD3XqO9e/fmbrNw4UIREBAg1q9fn7vsjz/+EAEBAeLcuXNPrPebb74RdevWFQEBASIgIEA0bdpUvP/+++LkyZO525jNZvHss8+KkSNH5rnvsmXLxMsvvyyysrJEr169RKdOnYTJZMpdn5SUJJo0aSJGjx4thLj3nvr666/zPE7fvn1Fly5d8tz36tWrombNmmLlypVCCCGGDh360P/XihUrxK+//vrE50dki9gCRVQEevXqhSNHjiA6OhoAkJKSgl27dj229QkADh8+jIYNG6JixYp5lr/88suIjY3F1atX873/+/v15HRSv7915HFq166d+9O4cWMMGDAAWVlZmDdv3iM7kJ88eRIGgwFdu3bNs/yZZ55BhQoVnurqwPDwcMTGxj702JUqVULDhg0feuyAgIAC7wvIbp0RQqBdu3YwmUy5P+3atUNWVhaOHTsGAPjqq68wePBgxMfH48SJE9iwYUNuC+GDp6oaNWqU+3vZsmUB5P2/cXNzAwAkJyc/sbbRo0fj77//xldffYVevXrByckJW7ZsQd++fbF8+XIA2a/XnTt3Hup7N3jwYGzatAkmkwlnzpzBiy++CLVanbvexcUFbdu2fej1vP9Ky4yMDJw6dQqtW7eGECL3talYsSL8/f2xf/9+AEDTpk1x4MABvPLKK1i2bBmuXLmCgQMHonv37k98fkS2iJ3IiYpA165d8dlnn2Hr1q0YNmwYtm3bBlmW0a1bt8feJykpCb6+vg8tz/ng/a8P2fvZ29vn/q5SZX9PEvkYg+mXX37J/V2r1cLT0xMeHh5PrPn+Gu9XtmzZh/qBWSIxMfGJj/3gJfxPqtOS/eV08H/Q7du3AWT3IZo+fTrOnDkDOzs7VKtWDRUqVADw8Guc09ftfnZ2dgWqz9XVFV26dEGXLl0AAOfOncP48ePx5Zdf4uWXX86t/3GvQ0pKCoQQ+f6/uv9xkpOTIcsyFi1ahEWLFj10f71eDwAYNmwYHB0dERISgs8++wyzZ89GQEAAPvzwQzRv3rxAz5vIWjFAERUBFxcXdOjQAVu2bMGwYcOwceNGtGvX7okf8q6urrkdhu8XGxsLAHB3dy+yenPUrVvXou1dXV0BZPff8vf3z7MuNjb2odY0S+S0zjzuNSns18PFxQUAsHz5cjg6Oj60vnz58khNTcWwYcMQGBiIrVu3wt/fHyqVCnv37sX27dsLtR4gO7QFBwdj9OjRuWOH5ahVqxbee+89jBw5Ejdv3syt//5O3UB2MDx79izq1asHSZIe+3rmvN6P4ujoCEmSMHjw4EcGzJzArlKpMGDAAAwYMABxcXHYu3cvvv/+e4waNQoHDhyATqez9CUgslo8hUdURHr16oULFy7g8OHDOHHixBNP3wFAUFAQTpw4gZs3b+ZZvnnzZnh6eqJy5cpFWW6B1K9fHzqdDlu2bMmz/OjRo4iMjMw9hZXTCmYJPz8/eHp6PvTYN2/exMmTJ/OcHisMQUFBAICEhATUrVs39ycxMRHffPMNEhMTcfXqVSQmJuLVV19F9erVc5/Xvn37AGRfhVaYypYtC41Gg9WrVyMrK+uh9VevXoVer0flypVRtWpVuLu7P3TV5pYtW/DGG2/AaDSiTp062LZtG8xmc+76lJQU7NmzB40bN35sHU5OTqhVqxauXr2a57WpXr065s+fn3v6r1+/fvjkk08AZLdg9ezZEwMGDEBKSgpSU1ML4yUhshpsgSIqIs2aNYOvry8++ugj+Pj4oGXLlk/cfsiQIdi8eTOGDBmCd955B+7u7ti4cSMOHjyITz/9tEAhpKi5ubnhzTffxPz586HVatG+fXvcunULc+fORbVq1dCzZ08A91p3/vrrL7Rq1eqh1qpHUalUGDt2LCZNmoQxY8age/fuSEhIwPz58+Hq6oohQ4YU6nMJCAjAyy+/jI8++ggRERGoU6cOwsPDMWfOHPj6+qJKlSpIT0+Hk5MTvv/+e2g0Gmg0Gmzfvj331GdGRkah1qRWqzFt2jSMHDkSwcHBGDBgAPz9/ZGRkYH9+/dj1apVGD16dG5L4KhRo/Dxxx9j2rRp6NChA65du4ZvvvkG/fv3R5kyZfD+++/j9ddfx7BhwzBw4EAYjUb88MMPMBgMeOedd55Yy9ixY/Hmm2/i/fffx8svvwyz2YylS5fi1KlTuVdZBgUFYenSpShbtiwaNmyI27dvY9myZWjSpAnKlClTqK8NkdIYoIiKiCRJ6NmzZ+6l/f8VgDw9PfHzzz/jq6++wsyZM2E0GlGjRg189913aN++fTFVbblRo0ahbNmyWLlyJdavXw83Nzd06tQJ7733Xu6pnaZNm+LZZ5/FV199hdDQ0HwP/NizZ084Ojpi4cKFGDlyJJycnPDcc89h7NixBR4V/UlmzZqFhQsXYs2aNYiOjoaHhwdefPFFvPfee1Cr1XB2dsZ3332Hzz//HKNHj4ajoyNq1qyJlStX4o033sDRo0fRrl27Qq2pTZs2WLduHZYsWYLvv/8e8fHx0Ol0qFWrFubMmYOOHTvmbjtgwAA4ODhgyZIl+OWXX+Dt7Y2hQ4fmDoDavHlzLFu2DN9++y3Gjh0LnU6HZ555Bp999hmqV6/+xDpatmyJJUuWYP78+Xj33Xeh1WpRu3ZtLFu2LLdj/OjRo6HT6RASEoIFCxbA2dkZ7dq1w/vvv1+orwmRNZBEfnqWEhEREVEu6zsnQERERGTlGKCIiIiILMQARURERGQhBigiIiIiCzFAEREREVmIAYqIiIjIQlY9DtSJEycghIBWq1W6FCIiIioFjEYjJElCw4YNn7idVQcoIUS+JkAlIiIiKgz5zR0WByij0Yj58+dj06ZNSEpKQs2aNTFu3LjceanOnz+PmTNn4t9//4WbmxsGDRqE119/3dLdAEBuy5OlE5wSERERFcSZM2fytZ3FfaD+97//ISQkBJ988gk2btyIqlWr4o033sDt27eRkJCAIUOGoEqVKggJCcGoUaMwd+5chISEWPwEiIiIiKyVxS1QO3fuRJcuXXInRp04cSLWr1+PkydP4tq1a9DpdJg2bRo0Gg38/f1x/fp1LFq0CMHBwYVePBEREZESLG6BcnNzw+7du3Hr1i2YzWasXbsWOp0ONWvWxNGjRxEUFASN5l4ua9asGcLDwxEXF1eohRMREREpxeIWqMmTJ2PMmDFo37491Go1VCoV5s6di0qVKiE6OhoBAQF5tvfy8gIAREZGwsPDw+IChRBIT0+3+H5ERERElhJCQJKk/9zO4gB15coVuLi4YMGCBfD29sb69esxYcIErFy5EpmZmdDpdHm21+v1AICsrCxLdwUgu9P6+fPnC3RfIiIiIks9mGUexaIAFRERgQ8++AA//vgjnnnmGQDZV8iFhYVh3rx5sLOzg8FgyHOfnODk4OBgya5yabVaVKtWrUD3JSIiIrJEWFhYvrazKECdPn0aRqPxoWEF6tevj3379qF8+fKIiYnJsy7ntre3tyW7yiVJUoHDFxEREZEl8nP6DrCwE3m5cuUAABcvXsyz/NKlS6hcuTKCgoJw7NgxmM3m3HWhoaHw8/MrUP8nIiIiImtkUYCqV68ennnmGUyYMAEHDx7EtWvX8M033yA0NBRvvvkmgoODkZqaismTJyMsLAwbNmzA8uXLMXz48KKqn4iIiKjYScLCuVKSkpLwzTffYM+ePUhKSkJAQADGjh2LJk2aAMg+zTdz5kycO3cOnp6eGDp0KAYOHFig4nJGA+VI5ERERFQc8ps9LA5QxYkBioiIiIpTfrOHxQNpEhEREZV2DFBEREREFmKAIiIiIrIQAxTZNJPJpHQJRERUCjFAkc3avHkzBg8ejOjoaKVLISKiUoYBimzWihUrkJWVhQsXLihdChERlTIMUEREREQWYoAiIiIishADFNk8Kx4LloiISigGKCIiIiILMUARERERWYgBioiIiMhCDFBEREREFmKAIpvH0ciJiKi4MUCRzWOAIiKi4sYARTaPAYqIiIobAxTZPAYoIiIqbgxQZPMYoIiIqLgxQJHNMxqNSpdARESlDAMU2TxZlpUugYiIShkGKLJ5ZrNZ6RKIiKiUYYAim8cARURExY0BimweT+EREVFxY4AimyeEULoEIiIqZRigyOYxQBERUXFjgCKbx1N4RERU3BigyOZJkqR0CUREVMowQJHNY4AiIqLixgBFNk+l4tuYiIiKFz95iIioVImKisJHH32ECxcuKF0K2TAGKLJ5bIEiIkts374dFy5cwI8//qh0KWTD+MlDNo8BiogskZmZCQBITk5WuBKyZfzkIZvHAEVERMWNnzxEREREFmKAIpvHFigiIipu/OQhm8cARURExY2fPEREVCpxHk16GgxQRERUKnEWA3oaDFBEREREFmKAIiKiUkWWZQA8hUdPR2PJxocOHcKrr776yHW+vr7YuXMnzp8/j5kzZ+Lff/+Fm5sbBg0ahNdff71QiiV6lJyDIRFRfmRlZQHgKTx6OhYFqIYNG+Kff/7Js+zSpUt48803MWLECCQkJGDIkCF4/vnnMX36dJw8eRLTp0+Hm5sbgoODC7Vwohz8FklElsgZiZzoaVgUoHQ6HTw9PXNvG41GzJo1Cx07dkTv3r2xcOFC6HQ6TJs2DRqNBv7+/rh+/ToWLVrEAEVFhgGKiCyRE6Bks1nhSsiWPVUfqFWrViEqKgqTJk0CABw9ehRBQUHQaO7lsmbNmiE8PBxxcXFPVynRY/AUHhFZIiMjI/vfzAyFKyFbZlEL1P2ysrLw/fff47XXXoOXlxcAIDo6GgEBAXm2y1kXGRkJDw8Pi/cjhEB6enpBy6RSwGAw8D1CRPmWc7zIyMhEWloa+0JRHkKIfL0nChygNm3ahKysLAwaNCh3WWZmJnQ6XZ7t9Ho9gHud9ixlNBpx/vz5gpZJpUBcXBzfI0SUb6kpKQCyPyjPnDkDrVarcEVkbR7MMo9S4AC1ceNGdOzYEe7u7rnL7OzsYDAY8myXE5wcHBwKtB+tVotq1aoVtEwqBdzc3FCzZk2lyyAiG2E0mXJ/r1SpEtzc3JQrhqxOWFhYvrYrUICKj4/HiRMnMHz48DzLfXx8EBMTk2dZzm1vb++C7AqSJBU4fFHpoFKp+B4honwxm80PfdHn8YPul99TugXqRH78+HFIkoQmTZrkWR4UFIRjx47BfN+VDaGhofDz8ytQ/yei/OBVeESUXzkdyB93myi/ChSgLly4gIoVK8Le3j7P8uDgYKSmpmLy5MkICwvDhg0bsHz58odaqoiIiJTAAEWFpUAB6s6dO488Z+zh4YHFixcjPDwcPXr0wPz58zF+/Hj06NHjaeskeiy2QBFRfj04iGZBL3AiKlAfqGnTpj12Xb169bB27dqC1kNkMV6CTET5lROY7DVAhomjklPBcTJhIiIqNXICk5NGynObyFIMUGTz2AJFRPmVcwWe/d0A9eAVeUT5xQBFNo8Biojyy2g0AgD06uzjhum+MaGILMEARTZPpeLbmIjyJycw2amzb+cEKiJL8ZOHbB5boIgov3IClFaVfdy4f9xCIkswQJHNY4AiIkvlHDY4DAoVFAMU2TyewiOi/MoJTHcboCDLsoLVkC3jJw/ZPAYoIiIqbvzkIZvHAEVE+aVWZ/ceN8l5bxNZip88RERUauR84TLK2afyNJoCTchBxABFto+dyIkov3ICk4EtUPSUGKDI5jFAEVF+abVaAECWSeS5TWQpBigiIio19Ho9ACDtboDKuU1kKQYosnkcx4WI8kun0wEA0u8GqJzbRJZigCKbx3FciCi/7gWo7NtsgaKCYoAim8cWKCLKLzs7uzy3GaCooBigyOaxBYqI8uvBwMQARQXFAEU2j5OBElF+MUBRYWGAIpvHAEVE+fVgp3EGKCooBiiyeQxQRJRfarUaavW9jz6OA0UFxQBFNo8BiogsodPea4XiMAZUUAxQZJPuD00mk0nBSojI1qg196Zv4VQuVFAMUGST7g9NDFBEZImcCYUf/J3IEnznkE1iCxQRFZRada/ViQGKCorvHLJJ94cm9oEiIktw6F0qDAxQZJN4Co+ICur+L138AkYFxQBFNsloND7ydyKi/2I2swWbnh4DFNkktkARUUGZTPdCE7+AUUExQJFNMhgMj/ydiOhJzGZznmNGVlaWgtWQLWOAIpvEAEVEBZGZmfnE20T5xQBFNokBiogK4sHAlJGRoVAlZOsYoMgm3d/snskmeCLKp9TUVACA9MBtIksxQJFNuv9bZFZmJoTgyC5E9N9yApOHnZTnNpGlGKDIJt0foGRZ5pV4RJQvOYGpjD774y8lJUXJcsiGMUCRTcrtt6DSAgDS09MVrIaIbEVycjIAwNM+uwWKAYoKigGKbFJaWlr2LxonAAxQRJQ/OQHKyz774y8pKUnJcsiGMUCRTcoJTJLWOc9tIqInyQlMOQEqJ1ARWYoBimzSgwEqt0WKiOgJcgKTm16CVsUARQXHAEU2KffKGZ0LAAYoIsqfnMDkqJHgqJEYoKjAGKDIJqWlpQGSCtLdPlC8FJmI8iMlJQV2GglqlQQHjYQUBigqIAYosklpaWmASg+o7QAwQBFR/qQkJ8NRnf27g1ZCRmYmJxSmAilQgNq4cSNefPFF1K1bFy+99BJ+//333HXnz5/HwIED0aBBA7Rp0wZLliwptGKJcqSkpAJqffYPeAqPiPInNTUV9prsIQwcNPeWEVnK4gC1adMmfPjhh+jbty+2bt2KF198EWPHjsWJEyeQkJCAIUOGoEqVKggJCcGoUaMwd+5chISEFEXtVIqlpaVCUush3Q1QPAAS0X8xGo3IMhhyA5SdOvtffgGjgtBYsrEQAnPnzsVrr72G1157DQAwcuRIHD9+HIcPH8bhw4eh0+kwbdo0aDQa+Pv74/r161i0aBGCg4OL5AlQ6WMwGGA0GiHp9IAq+xQeD4BE9F9yjhP2dz/5HDQMUFRwFrVAXb16FREREejatWue5UuWLMHw4cNx9OhRBAUFQaO5l8uaNWuG8PBwxMXFFU7FVOrlHuzUekCty7uMiOgxcmYw0N9tedLf7QvFceSoICxqgbp27RqA7Dfb66+/jnPnzsHX1xdvvfUW2rVrh+joaAQEBOS5j5eXFwAgMjISHh4eFhcohOCbm/LICeOSSg9JUgEqLVJTU/k+IaInSkhIAHB/gMr+NykpiccPyiWEgCRJ/7mdRQEqp5/JhAkT8M4772DcuHHYvn073n77bSxbtgyZmZnQ6XR57qPXZ/dRycrKsmRXuYxGI86fP1+g+1LJFBkZmf3L3dYnqHRITEzk+4SInuj69esAgLvzCOcGqKtXr8LZ2VmpssgKPZhlHsWiAKXVZk/c+vrrr6NHjx4AgJo1a+LcuXNYtmwZ7OzsYDAY8twnJzg5ODhYsqs8+6xWrVqB7kslk8lkyv5FdS9AmUxm1KxZU7miiMjq5Xwe6e4GJ93dIOXh4cHjB+UKCwvL13YWBSgfHx8AeOg0XbVq1bBnzx5UqFABMTExedbl3Pb29rZkV7kkSSpw+KKSSZbl7F/uBihJrUNmZjzfJ0T0RDmnZbR3g1POv0IIHj8oV35O3wEWdiKvVasWHB0dcerUqTzLL126hEqVKiEoKAjHjh2D2WzOXRcaGgo/P78C9X8iepScjqDSfafwjEbjvZYpIqJHyDlDkhug7rZEFbSLCZVuFgUoOzs7DBs2DAsWLMDWrVtx48YN/O9//8P+/fsxZMgQBAcHIzU1FZMnT0ZYWBg2bNiA5cuXY/jw4UVVP5VCOQEKKu3df3V5lxMRPUJOUNKq8rZEMUBRQVh0Cg8A3n77bdjb22POnDm4ffs2/P39MW/ePDRt2hQAsHjxYsycORM9evSAp6cnxo8fn9tfiqgwZGZmZv+S2wdKm7ucHUGJ6HEeaoG6G6Qe7LtLlB8WBygAGDJkCIYMGfLIdfXq1cPatWufqiiiJ3mwBUpSaSHAFigierLHtUAxQFFBcDJhsjm5faDuuwrv/uVERI9yL0Dh7r9sgaKCY4Aim/NwH6h7p/CIiB4n5xjx4DAGPHZQQTBAkc15uA8UW6CI6L/lHDtypnDRqgAJPHZQwTBAkc15qA+UmgGKiP5bzjFCd/fUnSRJ0KklHjuoQBigyOZkZGQAKt29wc7uBikeBInoSXImHbe77/IpBw0nI6eCYYAim5Oenn6v/xPAU3hElC/Jycmw10hQ3zfStINGQkpysoJVka1igCKbkx2g7pvo8e7vnE2diJ4kJSUFDg8M3uOgkZCRmQmj0ahMUWSzGKDI5qSnp9+bxgX3+kAxQBHR45jNZiQmJsJZm3ees5zb8fHxSpRFNowBimyK0WjM/qao0t9byBYoIvoP8fHxkGUZbrq8AcpNn337zp07SpRFNowBimxKbki6/xSeOjtMsSMoET1OTkBy0+f92MsJUDExMcVeE9k2BiiyKTkhSVLfa4GSJDWg0rAFiogeKzo6GgDgrs/bAlXmbqDKWU+UXwxQZFNyW5nuC1AAAJUeqampxV8QEdmE69evAwC8HfJ+7HnZZ9++ceNGsddEto0BimxKboBSPRCg1AxQRPR4N27cgATA2z7vx56jVoKLTsoNWET5xQBFNiUlJQUAIGns8iyX1HZITU2FLMtKlEVEVkwIgWvh4Sijl3Lnwbuft70KsbGx/BJGFmGAIpuSnDPgndo+7wq1PYQQ7EhORA+JiIhASmoqKjmrH7m+klP2R+HFixeLsyyycQxQZFPuBaiHW6DyrCciuuv8+fMAgCrOj/7Iq+KizrMdUX4wQJFNSUxMBABIGoe8KzT2edYTEeU4d+4cAKDKY1qgKjqpoJaAs2fPFmdZZOMYoMimxMXFZf+iccyzXNI4511PRITsEchPnTwJN50ED7uH+z8BgFYlobKzCleuXEFSUlIxV0i2igGKbEpcXBygtoOkemBCK63jvfVERHddunQJKampCHRXQ5IeHaAAoIabBkIIHD9+vBirI1vGAEU2QwiBO3fiAI3TQ+uku8s4HQMR3e/IkSMAgJpujz59l6OGuzrP9kT/hQGKbEZiYiIyMzMg6VwfXnl3WVRUVDFXRUTWSpZlHAwNhZ1agp/LkwOUh50K3vYqnDx5krMaUL4wQJHNiIiIAABIeveH1kkqDaB1yd2GiOjixYuIvXMHdcqooVE9/vRdjvpl1TAajTh06FAxVEe2jgGKbEZugNI9HKCyl7shPj4eGRkZxVkWEVmpvXv3AgAalNX8x5bZ6nlkb/f3338XWU1UcjBAkc24du0aAEDSl3nk+pzlOdsRUemVlZWF0NADcNVlX2GXH+56Fao4q/Dvv/8iNja2iCskW8cARTbj8uXLgEoLPC5A2XsDAMLCwoqzLCKyQqGhoUhPz0BjTw1UT7j67kHPeGZfjbdr164irI5KAgYosgkZGRnZk4HaeUGSHv22zQlQly5dKs7SiMgK7dixAxKAxp75O32Xo3YZDezUEnbv2gWz2Vw0xVGJwABFNuHKlSsQQuSGpEfSOAEaR1y8eBFCiOIrjoisys2bN3Hx4kVUd1XDTW/Zx5xOLaF+WTXi4uNx8uTJoimQSgQGKLIJp06dAgBIDhUeu40kSZAcyiMhIQG3bt0qrtKIyMr89ddfAIAgL8tan3I08dLmeRyiR2GAIptw6tQpQFJDciifu0xOuwXTzd8gp90LSyqnyve2J6JSJysrC/v27oWLTkKg+6PHfrqaZMZPFzNxNenRp+h8HFSo5KTC8ePH2ZmcHosBiqxeYmIiwsPDITmUzzOFi3znCETqNch37o0cLDlWBAA2vROVUgcOHEBaejoae2qgfkzn8V0RBlxMNGNXhOGxj9PEK7sz+c6dO4uqVLJxDFBk9Y4dOwYAkO62LuUQsjHPvwAgaRwAO0+cPXuOowkTlUK7d++GhOyr6R4ny5z330ep45HdmXzPnj3sTE6PxABFVi80NBQAoHKumq/tVc5VYTIZc4MXEZUOUVFROH/+PPxdVBZ3Hn+QViWhnocacXFxOHv2bCFVSCUJAxRZtZSUFJw58y8kO29IWud83UflUg3AveBFRKVDzsjjjTy1hfJ4je62Yu3Zs6dQHo9KFgYosmqHDx+GLJshufjn+z6Szg3Qe+DEiZNIS0sruuKIyGoIIbB//37o1RJqlXnyxMH55euogqedhMOHDiErK6tQHpNKDgYosmo5c1LltCrll8qlOkwmTgpKVFrcuHED0dHRCHRTQZuPiYPzQ5Ik1C6jQZbBgNOnTxfKY1LJwQBFVis2NhZnz56F5FAh36fvcqhcAwAA+/btK4rSiMjKHD58GABQ271gYz89Tk5rFr+M0YMYoMhq/fPPPwAAlWugxfeVtM6QHCrg7NmzHMeFqBQ4duwYNCqgulvhnL7LUd5BBTe9hGPHjkKW5UJ9bLJtDFBklYQQ2R03VRpIzvnv/3S/nOCVcxqQiEqmtLQ0XL16FZWcVNCrC+f0XQ5JklDNRY3U1DTcuHGjUB+bbBsDFFmlsLAwREZGQnKqCkmtK9BjSM7+gEqD3bv3cG48ohLswoULEELAz7lwW59y+LlkPy6HM6D7MUCRVcq5bFjlWqPAjyGpdZCc/REdHYVLly4VUmVEZG1ygk1O0ClsVZyzPyrPnTtXJI9PtsniABUREYHAwMCHftavXw8AOH/+PAYOHIgGDRqgTZs2WLJkSaEXTSWb0WjE/v37AY0jJMfHTx6cHzmn8XLGhyGikicsLAwqCajgWDRtAm56FVx1EsLCwork8ck2WXy5wsWLF6HX67Fjxw5I980z5OzsjISEBAwZMgTPP/88pk+fjpMnT2L69Olwc3NDcHBwoRZOJdfx48eRlpYGlUcjSNLTHRAlB19IWifs378fQ4YMgVZbOAPsEZF1kGUZ18LD4WknQVfI/Z/uV95RhfPx8UhMTISbm1uR7Ydsh8WfTpcuXYKfnx+8vLzg6emZ+2NnZ4d169ZBp9Nh2rRp8Pf3R3BwMAYPHoxFixYVRe1UQuW0FhXk6rsHSZIEySUA6enpnNqFqASKiopCRmYmKjgWzem7HDmtW1evXi3S/ZDtsDhAXbx4EdWqPXpQw6NHjyIoKAgazb2GrWbNmiE8PBxxcXEFr5JKjZSUFBw/fhyw84SkL1Moj5kTxDgmFFHJc+XKFQDZLURFKSdA5eyPyOJTeJcuXYKnpydeeeUVXLt2DZUrV8bbb7+N5557DtHR0QgICMizvZeXFwAgMjISHh4eFhcohEB6errF9yPblDPzuars07c+5ZD0ZQA7Txw/fhwxMTFwcnIqtMcmImVduHABAODrVNQBKruF69KlS/xMKuGEEHm6KD2ORQHKYDDg2rVrsLe3x/jx4+Hg4IDNmzfjjTfewLJly5CZmQmdLu8l53q9HgAKPI+Q0WjE+fPnC3Rfsj07d+4EIEHlUr1QH1flGgjz7X+wadMmNGrUqFAfm4iUc+7cOaglwMehaAOUo1aCu17C5UuXcO7cuXx9wJLtejDLPIpFAUqn0+HIkSPQaDS5D16nTh1cuXIFS5YsgZ2dHQwGQ5775AQnBwcHS3aVS6vVPvaUIZUst2/fRkREBCTHSpA0BXu/PI7KpRrk2/tx9epVDBgwoFAfm4iUkZWVhdu3b8PHofDmv3uSik4qnI5Lh4eHB7y9vYt8f6SM/F5tafEpvEcFoYCAAPzzzz/w8fFBTExMnnU5twv6ZpMkqcDhi2zL0aNHAdybx64wSRpHSI4VERYWhuTkZPj4+BT6PoioeJ07dw4mkwnVvYrn6tpqrmqcjjPj3Llz8PPzK5Z9UvHLb+uiRW2eFy5cQMOGDXM/6HL8+++/qFatGoKCgnDs2DGYzebcdaGhofDz8ytQ/ycqPcxmM3bu2gWodJCcqxbJPnI6k+/atatIHp+Iitfx48cBAIGFPP/d4wS6Zbc58IpeAiwMUAEBAahevTqmT5+Oo0eP4sqVK5g1axZOnjyJESNGIDg4GKmpqZg8eTLCwsKwYcMGLF++HMOHDy+q+qmEOHPmDOLu3IHKpTokVdF8m5Scq0JS22H37j15Qj4R2R6TyYSjR47AQSMVeQfyHE5aCRUcVTh37hySkpKKZZ9kvSx616lUKnz//feoW7cu3nvvPfTo0QOnTp3CsmXLEBgYCA8PDyxevBjh4eHo0aMH5s+fj/Hjx6NHjx5FVT+VEDt27AAAqNxqFdk+JJUGkksAEhMTcr+5EpFt2r9/PxISE9GwrBqqYuzQ3dhTA7PZjO3btxfbPsk6WdwHqkyZMvj0008fu75evXpYu3btUxVFpUtMTAyOHDkK6MtCsvcq0n2p3GtBTjiNbdu2ISgoqEj3RURFQwiBLZs3QyUBz/oU7+wCDctqsOOWEX/88Qe6deuWe6U5lT6cTJgUt2nTJsiyGWqPoh9eQNJ7QHKsjH///RcXL14s8v0RUeE7fvw4rt+4gXpl1HDTF+/HmE4toam3BikpKXeHXaHSigGKFBUfH49du3ZD0rlCcvEvln2qyjYGAGzYsKFY9kdEhScjIwNLFi+GSgJalf/vsXqKQnNvLew1Etb8/DPu3LmjSA2kPAYoUtTGjRthMhmh8mj81BMH55fKoRwkhwo4fvw4Ll++XCz7JKLCsWrVKsTeuYPW5bXwLuLBMx/HUSvhpUpaZGRmYuHChRBCKFIHKYsBihQTHh6OP/74A5LODVIRjP30JCrPpgCARYsW8Yo8Ihtx9uxZbN++Hd72KrQpX7x9nx7UoKwGAa5qnDx5Env27FG0FlIGAxQpwmw24/vvs7+5qXzaQJKKZxyXHCqHcpBca+aGOCKybrdv38bXX30FlQT0rKqDphhGHn8SSZLQ3U8HO7WERYsWsTW7FGKAIkVs374dV69egeRaAyrHCorUoPZ+FpLGHj///DNiY2MVqYGI/ltaWhpmzZqF5JQUvFxFB1+n4v3C9TiuehX6VdPBbDLis9mzH5qJg0o2BigqduHh4Vi5ciUkjR3UXi0Uq0NS20Hl1QJZWVmYO3cujEajYrUQ0aOZTCZ8/fXXiIiIwHPltAgqpmlb8qu6mwZdK+uQlJyM2bNmIS0tTemSqJgwQFGxSklJwRdffAmj0QhVuechaewUrUdyCYDkEoCLFy9ixYoVitZCRHmZzWbMmzcPp0+fRk13NTpWtK7wlKOJtxYtfDS4eesWZs+ejYyMDKVLomLAAEXFxmw2Y+7cuYiNjYGqbBOonCorXRIkSYK6XBtIeg/8/vvv2Ldvn9IlERGyjxfz58/HgQMH4OesQh9/fbGOOG6pTpV0qO+hxoULFzBr1ixkZmYqXRIVMQYoKjarV6/GqVOnIDlVgarsM0qXk0tSaaH27QxJrcf33y9kZ1AihZnNZixYsAD//PMPqjir8GqgHXRq6w1PAKCSJAT761HPQ43z589j9uzZyMrKUrosKkIMUFQsNm/ejM2bN0PSuUNd/nlIVvZNUtK5QlW+I4xGI2bO/BS3bt1SuiSiUiknPP3999+o7GQb4SmHWpLQy1+PumXUOHv2LGbNmsXTeSUYAxQVud27d2PFihWQtE5QV+oKSW2dc0epnCpBXb490tJS8fHHM3hlHlExMxqNmDNnTm54eq2GHfQ2Ep5yqCUJve8LUZ988gk7lpdQDFBUpA4fPoz//e9/2VfcVXwZktZZ6ZKeSOUaCJV3SyQkxGPGjBlISkpSuiSiUiErKwuff/45Dh06BH8XFQbbYHjKoVZJ6F1Nj4ZlNbh06RKmT5uG5ORkpcuiQsYARUXm2LFj+HrOHEDSQOXbFZLeXemS8kVdpj5UHs8gKioKH3/8MUMUURHLyMjArFmzcPLkSdRwU2OQDZ22exy1JKFnVR2aemkQfu0apk6dgoSEBKXLokLEAEVF4tixY/jiyy8hyxJUFbtAZe+ldEkWUXk2gapMfdy4cYMhiqgIpaWlYcaMGTh79izqllHjlep6aBUeZbywqCQJXavo8Fw5LW7disCUKR+xa0AJwgBFhe6h8ORQXumSLCZJElReLRiiiIpQcnIypk+bhsuXL6ORpwZ9qumhLiHhKYckSXihohbtK2gRHX0bU6Z8hKioKKXLokLAAEWFqiSEpxwPhqjp06czRBEVkoSEBEydOgXh166hqbcGPfx0Vj3O09OQJAntfHXoVEmHO3fiMHXKFNy8eVPpsugpMUBRoTl48CA+//wLmEtAeMpxf4i6efMmpkyZgvj4eKXLIrJp8fHxmDp1Km7dyp6epWvlkhue7vdcOS26VtEhITER06dNw40bN5QuiZ4CAxQVin/++Qdz5syBkNRQV+xaIsJTjtwQ5dEIkZGRmDJ1Ku7cuaN0WUQ2KS4uDtOmTkVUVBTalNfihYpaqxsXrig189aih58u9/Tl9evXlS6JCogBip7a7t278e2330JIWqgqdoPKoZzSJRU6SZKg8mwGVdkg3I6OxpQpU3D79m2lyyKyKXFxcZg2bSqioqPRtoIWz/uWrvCU4xkvLbr76ZCSkoLp0xmibBUDFD2V7du347vvvgPUdlBX6mZzV9tZQpIkqD2bQOXZDLGxsfjooymIiIhQuiwimxAXF4epU6ciOvo22lXQ4nlfXakMTzme8dKiZ1UdUlNS2RJloxigqMB+/fVXLF68GJLGEepK3SDZeSpdUrFQl22cO9jmRx9NQXh4uNIlEVm1+Ph4TJ82DbdvZ4en9r46pUuyCo08tQiuqkNqaiqmT5/OPlE2hgGKLCaEwOrVq7F69WpIWmeoK/eApPdQuqxipS5TH+pybZGSkoypU6fh4sWLSpdEZJUSEhIwbdq03NN2DE95NfTUokdVHVJTUjB92jRenWdDGKDIImazGUuWLMGvv/4KSecGdeWekHSuSpelCJVbLagrdERGZiZmzJiBU6dOKV0SkVVJSEjA9GnTEBUVhdbls8dCooc19szuE5WckoLp06czRNkIBijKt6ysLMyZMwfbt2+HZFc2u+VJ66R0WYpSuVSHukJnZBlM+PTTWdi7d6/SJRFZhZzwFBEZiVbltOhQSjuM59czXlp089MhKSmJLVE2ggGK8iUlJQWffPIJDh06BMnRF+pKPSBpHJQuyyqonKtAXakbhKTF/PnzsXHjRgghlC6LSDE5p+0iIiPRurwWHUvZUAUF1SQnRCUnY9rUqQxRVo4Biv5T9hVnH+HChQuQXAKgrtgFkpr9GO6nciiXfTpT64xVq1Zh6dKlMJvNSpdFVOxyrraLjIxEm/JsebJUE697p/OmTZ3Kq/OsGAMUPdH58+cxceJEREREQOXREOryz0OS1EqXZZUkvTvUlYMh6T3wxx9/4LPPPkNaWprSZREVm9u3b2PKRx/lDpJZWsd5elpBXtmDbabcDVFhYWFKl0SPwABFj/XXX39h+vTpSE5JhcqnNdRez/Jg+B8krWN2S5RTFZw4cQITJ07CrVu3lC6LqMjdunULH330EWJiY9HBV4sOFUv3OE9P6xkvLXr565GenoaPp0/HuXPnlC6JHsAARQ8xGo344Ycf8MMPP0CWdFBX6ga1ex2ly7IZkloHte+LUHk0RnR0FCZNmoSjR48qXRZRkQkPD8eUKVOQkJCAlyrr0KYCT/EXhgZlNehXTQ9DViZmzvwEJ06cULokug8DFOURFxeHjz/+GH/99RckO0+oq/QuUfPaFRdJkqD2agZ1hReQaTDhs88+w7p169gvikqcM2fOYOqUKUhNSUEPPx2e9eFQBYWpdhkNBgXoIUwmfDZ7Nv7++2+lS6K7GKAo15EjR/D+++PudRav3AOS1lnpsmyayqUaNJWDIelcsH79ekyfPp0TEVOJsX//fsycORNGQyb6VdfjGS+Gp6JQ3U2DITX00KkEvv32W2zevJlX+loBBiiCwWDAkiVL8PnnnyMtIxPqcm2zO4ureDAsDJJdWair9IHkUg3nz5/HuHEf4PDhw0qXRfRUfvvtN3zzzTfQQsbgQDvUKaNRuqQSrbKzGm/WsoOrTsKKFSuwfPlyyLKsdFmlGgNUKXfz5k1MmjQJf/zxByS9BzRVekPlVoudPwuZpNZDXb4j1OXaIi0jE1988QUWL16MrKwspUsjsojZbMby5cvx448/wkUn4c1advBz4ZW5xcHLXoXhte3g7aDCb7/9hjlz5vAYoiB+ZSilzGYztm3bhp9//hlGoxEq97pQeT0LScW3RFGRJAmSWy1I9uVgjtiO7du348yZM3jnnXdQvXp1pcsj+k+ZmZn49ttvceTIEXjbq/BqoB5uen4PL06uOhXeqGmH1ZczcfDgQcTFxWHChAlwdS2dU2opie/8UigqKgpTp07FTz/9BJPQQu37ItQ+rRieiomkd4e6Si+oytRHZGQkJk+ejJUrV8JgMChdGtFjZY8uPhVHjhxBNdfs00kMT8qw10h4LdAOjcpqcPnyZXw4aRIiIiKULqvU4bu/FJFlGb/99hveHzcOFy9ehORSHWq//lA5+yldWqkjqTRQe7eEunIPQOuCTZs2YfyECRwwj6zS9evX8eGHk3DlylUEeWnwaoAedhqe5leSRiWhZ1UdnvfVIiY2FpM//BBnzpxRuqxShQGqlIiMjMS0adPw448/wiSroa7QCZoKHSFp7JQurVRTOZSH2q8vVO71EHHrFiZPnozVq1ezXwNZjWPHjuH//m8y4u7EoVNFLbpV0UGtYniyBpIkoW0FHfr465GVmY6Zn3yCv/76S+mySg2esynhjEYjNm/ejF9+CYHJZITkXC37dJ3GXunS6C5JpYXa5zlILv6Qo3bh119/RWjoQYwYMRy1a9dWujwqpYQQ2Lp1K1asWAGNBLxSXY9avNLOKtUvq4G7XsKqy1n44YcfcOvWLbz66qtQq9m5vyjxr6EEu3z5Mv73v//h5s2b2VOM+D4PlXNVpcuix1A5lIfk1xdy7BFER5/EtGnT0K5dOwwaNAhOTk5Kl0eliNFoxJIlS7Bz50646iQMDNCjvCM/jK1ZJWc1RtS2w4pLWdi2bRuioqIwevRoODo6Kl1aiVXgU3jh4eFo2LAhNmzYkLvs/PnzGDhwIBo0aIA2bdpgyZIlhVIkWSYjIwNLly7F5MmTcfPmTajc60Dt9wrDkw2QVFqovZ+FpkpvSHZlsWvXLrz33ns4cOAAB86jYpGUlISPP/4YO3fuhK+jCiNq2zE82Qh3vQrDa9kh0E2NEydOYPKHHyIqKkrpskqsAgUoo9GIcePGIT09PXdZQkIChgwZgipVqiAkJASjRo3C3LlzERISUmjF0n87fPgw3nvvPfz++++Azg3qyj2h9mkNSc25qWyJZH93Gh2v5khKScOcOXMwa9YsxMTEKF0alWDh4eGYOGECLly4gPoeagyrZQcXHbvK2hK9OrvFsFU5LSIiIzFp4kScOnVK6bJKpAKdwps3b95DzYLr1q2DTqfDtGnToNFo4O/vj+vXr2PRokUIDg4ulGLp8WJjY7F06dLsSWslNVRlg6DyaAxJxW+OtkqSVFB7NILK2R/m6L04ceIE3hszBn379MFLL70EjYZn4KnwHDhwAAsWzIfRYMQLFbV4rpyWA+raKJUk4YVKOvg4qLAhPAMzZ87Eq6++ipdeeon/p4XI4q8WR44cwdq1a/HZZ5/lWX706FEEBQXlOag3a9YM4eHhiIuLe/pK6ZHMZjO2bNmCMWPG4OjRo5AcfKHx6we1ZxOGpxJC0rlCXbEr1OU7wiRrsHLlSkyYMAEXL15UujQqAcxmM1auXIk5c+ZAMpswKFCPVuV1/KAtAeqX1eCNmno4a4Hly5dj3rx5vMK3EFn0FTY5ORnjx4/H//3f/6FcuXJ51kVHRyMgICDPMi8vLwDZl9B7eHgUqEAhRJ5ThXRPWFgYli9fjhs3bkDS2GfPX+cSwANfCSRJEiTX6pCcKkGOOYgbN/7F//3f/6FNmzbo3bs3O5lTgSQnJ+N///sfzp07B097FQZU18PTnqfsShJfJzXeqm2HNZez8Pfff+PatWt49913cz+f6WFCiHx9jloUoKZNm4YGDRqga9euD63LzMyETpe3n41erweAp0q8RqMR58+fL/D9S6KMjAzs2bMn97y2yq0WVF7NIak5plNJJ6n1UJdrDcktEOaoPdizZw8OHTqEtm3bom7dugzPlG9RUVH4dcMGJKekoJa7GsFVOThmSeWiU2FoTTv8fsOAgzdv4qP/+z90ffll+Pv7K12a1XowzzxKvgPUxo0bcfToUWzZsuWR6+3s7B6aiiInODk4OOR3Nw/RarWoVq1age9fksiyjH/++Qdr1qxFWloqJL0HVD5toHLwUbo0KmYqex9Ifn0gJ5xBRuwhbNu2DZcvX8arr76KSpUqKV0eWTEhBHbv3o1Vq1bBbDKxv1MpoVFJ6FpFj4pOamwMN+CXX35B165d0b17d44X9YD8zgiR7wAVEhKCuLg4tGnTJs/yqVOnYsmSJShfvvxDVwjl3Pb29s7vbh4iSdJTBbCS4tq1a1i8eHH2FCwqHVTeLaFyrwtJYnN7aSVJKqjL1M/uZB6zH5cvX8bUqVPx4osvok+fPrC352CplFdaWhoWLlyI0NBQOGok9Klhh2qu/PAsTRqU1cDLXsLPl7OwefNmXL58GaNHjy5wN5uSKL9fJvIdoL788ktkZmbmWdaxY0e8++67ePHFF/Hbb79hzZo1MJvNuWk2NDQUfn5+/I95CmlpaVi7di22b98OWZaz56/zagFJy8HRKJukdYKmwguQ3WpBjt6HrVu3Yv/+/Xj11VfRokULtiwQgOxv1XPmfI2YmFj4OavQp5qeQxSUUuUd1RhZxx4bw7Nw5vx5fDBuHN4ZNQqNGjVSujSbku8A9bhWJA8PD1SoUAHBwcFYvHgxJk+ejGHDhuH06dNYvnw5pk+fXmjFliayLGPfvn1YsWIFkpOTIencoPZpBZVjRaVLIyulcqwIya8f5PgTSIg7hrlz52LHjh0YOnQoT+uVYjmTiK9atQqy2Yx2FbRoW0ELFYN1qWankdC3mh7+sSZsvZ6GWbNmoWvXrujfvz+0Wq3S5dmEQhtIxsPDA4sXL8bMmTPRo0cPeHp6Yvz48ejRo0dh7aLUCA8Px5IlS7IvU1dpofJqDlWZ+pAkNrXTk0kqNdRln4HKNQDm2/tx9uxZfPDBB+jcuTN69+7NaR1KmdjYWCxYsABnz56Fs05Cn+p2qMpTdnSXJEkI8tKiopMaay5nYcuWLTh16hTeffddVK5cWenyrJ4krHh+iDNnzgAA6tatq3AlxSMlJQVr167Fn3/+mX0ZpUu1u6freIn6oxjD1wGZsYCdJ7R+fZQuxyrJqTcg394HYUiCq6srBg0ahFatWvG0XgknhMC+ffuwZMkSZGRkoLa7Gt389HDU8v8dABacyUBkuozyDiqMrMu+ggBgMAtsv2nAwdsmaDQa9OvXD126dCmVHczzmz0YoKyA2WzOvSomNTUVkt4dKu9WUDn6Kl2aVRKmTMgJpyDHnQSECVA7QFO1PyQNh3F4FCGbIcefhBx3FJBNCAwMxOuvvw4/Pz+lS6MikJycjEWLFuHgwYPQqyV0raxFg7IahmYA6UaBA7eN+DvSCJMAnDTA6HoOcGCwzHU50YSQqwakGAVq1qyJd955p9SNGcUAZSMuXbqEJUuW4OrVq5DUOkgeQVCVqcvTdY8hzAaYrv0CGBLyrtC5Q1OlF+f8ewJhTIE55gBEchgkSUKHDh3Qr18/ODs7K10aFZLQ0FAsWbwYScnJ8HNWoZe/Hm56dhQHgCyzwPdnMxCTkfcjz8tewoja9tCrGaJypJsENoVn4d94M/R6PQYOHIiOHTtCpSod7yUGKCuXmJiIVatWYc+ePQAAybUG1F7NIGnYR+VJzLcPQI4/8ch1qjINofZ+tpgrsj1y2i3It/+GyIqHo6MTXnmlP9q3b18qm+pLiqSkJCxevBgHDx6EViWhY0Utmnlr2FH8Pn/cMODvKOMj1z1XTotOlfjl635CCJyOM2PrdQPSTQK1atXCW2+9BR+fkj/uYH6zB2cjLWZmsxl//vknfv75Z2RkZAB2nlB7t+JgmPkk0iMKtI7uUTn6QvLrCznhDNLvHMaiRYuwY8cOvPHGG6hevbrS5ZEFhBDYv38/li5ZgpTUVPg5q9Cjqh4edqWjpcASV5PNBVpXWkmShPplNfB3VWPLtSz8e+4c3n9/LF55ZQA6d+5calqjnoQBqhhdunQJixYtwrVr1yCp7aDyaQ2VWy0OhmkBYUwp0DrKK2cQTuFSHeaYUISHX8DkyZPRvn17vPLKKzytZwPi4uKwePFiHD16FDq1hK5VdGjixVanx0kyPP5ky5PWlXZOWgn9q9vh3zgTNl834Mcff0RoaChGjBgBX9/S3U+XAaoYJCcnY9WqVdi1axcAQHKrBbVnM0gaXv1BypI0DtCUb393EM692LFjBw4ePIiBAweibdu2/JZphYQQ2LlzJ3766SdkZGTA30WF7n56lGGrExWhOh4a+Lmo8dv1LJy6eBEffPABevXqhW7dukGjKZ1RonQ+62KSM+fUTz+tyJ67zq4sVN6tebqOrI7KoVzu3HppsYfx/fffY9euXXjzzTc5HowViYqKwsKFC3H27FnYaST0rKpDI15hR8XEUSuhTzU71PMwYfM1A9asWYPQAwfw1ttvl8qJiRmgikhsbCwWLlyIU6dOQVLroPJ+Dir3OjxdR1Yr97SeczWYY/bj0qVLmDBhAnr37l2qv2VaA7PZjG3btmHNmp9hMBhR212NLlV0nIqFFFHDXYMqzmpsv2nA4Rs3MGnSJHTt2hV9+vSBXq9XurxiwyNiIctpXl++fDkyMzMhOVWB2qcN564jmyFpHaGp0BGyaw3I0buxZs0aHDp0CCNHjmRrlAJu3ryJ//3vO1y+HAYnrYTg6nrUKcNDNynLTiOhm58e9Tw0+DXcgM2bN+PIkSN4++23UaNGDaXLKxb8KyxEsbGx+P7773H69GlIaj3U5Z+H5BLA5nWySSqnSpD8+sEccwDh4ecwYcIE9OrVC927d2drVDEwm83YvHkz1q1bB5PJhAZlNXipsg4OGh5PyHr4uagxqq4ddtwyYn9UFKZMmYLOnTujf//+sLMr2YMb8yhYSA4fPox58+ax1YlKFEmth6ZcW8jO/pCjd2Pt2rU4duwYxo0bBw8PD6XLK7Fu3LiB+fPnIzw8HC46Cd0C9KjhzsM1WSetSkLnSjrUKaNGyFUDtm3bhmNHj+Ktt99G7dq1lS6vyPAE+lOSZRlr1qzBF198gUyDGeryz0Pt+yLDE5UoKqdKUPv1h+RaA2FhYRg/fjzOnTundFkljizL2LJlCyZMmIDw8HA09tTg3br2DE9kEyo6qfFOHTu0Lq9FbGwMpk+fjp9++glG46MHMLV1/Kt8CmlpaZg7dy5OnDgBSecKtW9nSHp+K6eSSVLroC7XDrK9N5Jv/43p0z/G4MGvoVOnTjxNXQhiY2OxYMECnD17Fs5aCT0C9Qh04yGabItGJaFjRR1quaux/ooBW7ZswalTp/Duu++WuD6UbIEqoIiICEycOCk7PDlWhrpKb4YnKvEkSYLavQ7UlbpDqPRYunQpFixYUGK/YRYHIQT27t2L999/H2fPnkVtdzVG1bVneCKb5uukxsg6dmjmrcGNGzcwceJEbNq0CbIsK11aoeFfaAHcvn0b06ZNQ2JiIlQejaHybMLhCahUUTmUg1SlN8y3/sDevXthMBgwevRozqdnoczMTCxevBh79+6FXi2hV1UdGnBcJyohskfI16OGmxobwg1YuXIlzpw5g1GjRsHV1VXp8p4aP/UtFBcXh+nTp2eHJ+/nsicAZniiUkjSOkFduTskhwoIDQ3FokWLYMVzk1udW7duYdKkidi7dy8qOakwqq4dGnpqGZ6oxKnupsGouvao6a7GqVOnMP6DD3D+/Hmly3pq/OS3QFJSEmbMmIHY2FioPJtBXaae0iURKUpSabIvmrDzyp1ehCHqv+3btw8TJ0zArVsRaOmjwbCadnDX83BMJZeDRsKA6np0rqRDYmICpk2bZvOn9PgXm08mkwmzZ3+GiIgIqDwaQV22sdIlEVkFSa2DulJXSPoy2Lp1K7Zt26Z0SVbLbDZj6dKlmDdvHiSzMfsDpbIeahVbnajkkyQJLctpMaymHZw1AitXrsTXX3+NrKwspUsrEAaofNq4cSPCwi5Dcg2EyrOZ0uUQWRVJbQd1xZchaRyxcuUqREREKF2S1cnIyMAXX3yB33//HT4OKoysY4daHFGcSqHKzmqMrGMPfxcVDh06lNun2NYwQOXD9evX8csvv2T3+fBuxT4KRI8gaR2h8mkNk8mIBQsWwGw2K12S1YiPj8fUKVNw7NgxBLiq8WYtO5Sx4+GXSi9HrYTXAu3Q2FODsLAwfDhpEm7evKl0WRbhX/B/MJlMmD8/+8NA5dMOklqndElEVkvl7AfJNRCXL1/G1q1blS7HKkRERODDSZMQfu0amnhpMDBQD72aX8KI1CoJPfx06FhRi9g7d/B/kyfbVOdyBqj/sGvXLly7Fg7JrRZUThWVLofI6qm9W0LSOGLduvVISkpSuhxFRUdHY/r06YiLj0fnSjq8XEUHNVuwiXJJkoTW5XXoV02PrMwMfPrpTFy+fFnpsvKFAeoJjEYjQkJCAJUWavZ7IsoXSW0HqewzMBiysGnTJqXLUUxsbCw+nj4dCQkJ6FJZh5blOEQB0ePU9dCgXzU9DFlZmPnJJwgPD1e6pP/EAPUEu3btQnx8PFTudSFp7JUuh8hmqNxqQtI644/t25GQkKB0OcUuISEBH388HbF37qBTRS2a+2iVLonI6tUqo0Fvfz3S09Mx4+OPrb5PFAPUY2S3Pm0AVFqoyjRQuhwimyJJaqg8GsNoMGDz5s1Kl1OszGYz5syZg+jo22hXQYvnyrPfJFF+1fPQoGdVHVJSU/HF558jIyND6ZIeiwHqMQ4cOICEhHio3Gqz9YmoACS3GpC0TtixYwfS0tKULqfYbNq0CefPn0fdMmq0q8CWJyJLNfLUolU5LaKio/Hjjz8qXc5jMUA9ghDi7hVEElQcbZyoQCRJDcm9LjIzM7Fr1y6lyykWly9fxtq1a+Gml9DNT88+T0QF9LyvFhUcVdi1axdCQ0OVLueRGKAe4dy5c7h27Rokl2qQtM5Kl0Nks1RutQGVFtu2bSvx40LJsowFCxZAyDJ6V9XDXsPwRFRQapWEvtX00KklLFy40CpP5TFAPcJvv/0GAFCVqa9wJUS2TVLroXKtgTt37uDo0aNKl1OkTpw4gYiICDTy1KCKi1rpcohsnoedCm3KaZCWloY9e/YoXc5DOI/AA+Li4nDs2DFIdl5Q2XsrXQ49wsyZMx+5fPKUT4q5EsoPlXtdyAln8Oeff6Jp06ZKl1Nkcr54teAVd1brcceOWdP+r5grofwK8tZid6QJv/32Gzp27Ai12nq+nLAF6gG7du2CLMtQuddRuhSiEkHSu0NyqIDTp08jKipK6XKKxM2bN3HmzBlUc1HB24GHVaLC4qCR0LCsGrdv38bJkyeVLicPtkDdx2w2468dOwC1HpJLNaXLoceYPHnyo1eoebWktVK514Y5PQI7duzAoEGDlC6n0F28eBEAUL8sD6nW7HHHDict+6tZs/plNTgcY8L58+fRuHFjpcvJxa9K97l69SoS4uOhcvaHpGIzPFFhkZyrAiodjhw5onQpRSIyMhIA4GnPQypRYfO8O/F2zt+ZteBf+31ymgclp8rKFkJUwkiSGpKjL6KionD79m2lyyl0OQf2snY8pBIVNgcNYK+RrK4LAP/a73Py5ElAUkFy8FW6FKISR+VYCQCsrh9DYUhNTYVKAvTW07+VqMSQJAkOGiAlJUXpUvJggLrLZDLh8uXLkOy8Iak59QJRYZMcs7+YXLhwQeFKCl/ZsmUhCyDVKJQuhajEEUIgySDg6empdCl5MEDdZTabIYQA1HqlSyEqme7+bRmNRoULKXxeXl4AgIQsBiiiwpZiFDDJ9/7OrAUD1F1C8MBHVLSyr3QqiX9r3t7ZY8ZFpckKV0JU8txOz/67yvk7sxYMUHeVxIM6kTUqiX9rjRo1gkqlwsk7JqVLISpxTtz9uwoKClK4krwYoO7S6XRwdnYGMmMgRMmes4tICSIj+woaa+vHUBjc3d3RsGFD3EyTc78tE9HTyzAJnE0ww9fXF9WqWdf4jAxQd6nVarRp0wbClA6Rel3pcohKHDnxPACgbdu2CldSNHKe16HbJa+PF5FSjsWaYJKBdu3aQZKsa8BTiwNUXFwcPvjgAzRr1gwNGzbEm2++ibCwsNz158+fx8CBA9GgQQO0adMGS5YsKdSCi1K7du0AAHLiOYUrISpZhCkNIvUaqlb1R5UqVZQup0g0btwY5cuXx5FYE6LZCkX01FKNArsjjHB0dESbNm2ULuchFgeot956Czdv3sSiRYvwyy+/wM7ODoMHD0ZGRgYSEhIwZMgQVKlSBSEhIRg1ahTmzp2LkJCQoqi90Pn6+iIwMBAi9TrktJtKl0NUIgghYI45CAgZ7du3U7qcIqPRaDB06FDIAth8LatE9vUiKk5/3DAg0ywwYMCA7C42VsaiAJWQkABfX1/MmDEDdevWhb+/P95++23Exsbi8uXLWLduHXQ6HaZNmwZ/f38EBwdj8ODBWLRoUVHVX+gGDx4MjUYLOWI7hCFJ6XKIbJ6ccAYi6QKqVatWYk/f5ahfvz6aN2+O6ykyjrNDOVGBXU0248QdE/z9q+aeHbI2FgUod3d3fP3116hevToA4M6dO1iyZAl8fHxQrVo1HD16FEFBQdBo7k2o2axZM4SHhyMuLq5wKy8i1apVw4gRwyHMWTDf2gYhG5QuichmyWm3IN/+B25ubvjggw+g1Zb8OSZfe+01ONjbY8s1I0/lERVAskHGurAsqFUqvPHGm1CrrXOI/wJPHf7RRx/ltjj973//g4ODA6KjoxEQEJBnu5yBryIjI+Hh4WHxfoQQSE9PL2iZBRIUFIROnTrhjz/+gDniL6grvABJxVnWiSwhMuMgR2yHWq3GqFGjYGdnV+x/y0qwt7fH8BEjMGfOHKy6lIW369jBXmNdnV+JrJVJFvj5chZSjAIDBw5AuXLliv24IYTIV4f1AqeC1157DX379sXPP/+MkSNHYvXq1cjMzIROl3caFL0+e/ThrKysAu3HaDTi/PnzBS2zwOrVq4dLly7h6tWrMN/YBLXvi5A09sVeB5EtklNvwBzxByAb0emllxT7O1aKXq9HixYtsH//fqy7koVBAXqorOwKIiJrtO26ATdSZdSuXRsVKlRQ7LjxYJZ5lAIHqJzxGGbMmIGTJ09i5cqVsLOzg8GQ95RXTnBycHAo0H60Wq1iYz8EBgZi2bJl+Oeff2C+9gvUFbtA0rsrUguRrZATzsIcvRcarQYj3n7H6ga/Ky6BgYFITU3FqVOnsCncgO5+Oqu7DJvImuyNMOBQjAkVK1bE6NGjcxtgitv9Iws8iUUBKi4uDqGhoejcuXPuOUmVSgV/f3/ExMTAx8cHMTExee6Tc7ugQ7BLklTg8FUY3n33Xfj6+mLNmjUwXw+BqkInqO5OikpE9wghIMeEQo4/ARcXF0ycODG3v2Rp9f7772P69Ok4euUK7NRAp0oMUUSPcjDaiD9vGeHp6YnJkyfD3V25xor8/o1a1Ik8JiYG77//Pg4fPpy7zGg04ty5c/D390dQUBCOHTsGs/neSN6hoaHw8/MrUP8nayBJEoKDg/Huu+9CLZlhvrEZ5tgjEIKdQ4lyCGMqzDc2QY4/gQq+vpg1a1apD09Adn+oyZMno2LFivgn2oQ9kRxkk+hBJ++YsOW6Ae5ubpgyZYrN5AWLAlSNGjXQsmXL7G9UR4/i0qVLmDBhApKTkzF48GAEBwcjNTUVkydPRlhYGDZs2IDly5dj+PDhRVV/sXnuuecwbdo0lC3rAfnOYZivb4QwJitdFpHi5OSrMIevhUiPQJMmTTDzk0+sbtZ0JTk7O+Ojjz6Ct7c3dtwyYneEgWNEEd118o4JIVez4OToiI+mTIGPj4/SJeWbRQFKkiR88803aNasGd577z307t0bSUlJWLVqFcqXLw8PDw8sXrwY4eHh6NGjB+bPn4/x48ejR48eRVV/sQoMDMSXX36JFi1aQGREwRy+FnLSZaXLIlKEkI0wRe2GOeJ3aNUyRowYgXHjxsHR0VHp0qyOu7s7pkyZAm8vL+y4ZcSfN40MUVTqHbptxC9XsuDg4Ij/++gjVKxYUemSLCIJK/4rPnPmDACgbt26CleSlxAC+/btw6JFi5GVlQnJJQBqn+cgqe2ULq3EM15aCpgzHr1SbQ9twNDiLaiUktOjIUfthDAkomrVqhg9ejTKly+vdFlWLy4uDjM+/hgRkZFo6q1Bl8o6Xp1XTGYdT0eq8dEfd05aCZMaKdfXtjT6O8qIP24Y4OrqiilTpqBSpUpKl5Qrv9mDkwkXgCRJaN26Nb788gtUr14dIvkSzFd/hpwcxm+VVKIJ2QBz9N8wXw8BjEno1q0bPvnkE4anfPLw8MD0jz9GlSpVcOi2CSFXsmCSecyg0kMIgb9uGvDHDQM8PDwwY8YMqwpPlmCAego+Pj6YMWMGXn31VWhUJpgjtsMc8QeEMU3p0ogKnZx6A+arayAnnEaFChUwY8YMDBw4sFSMLl6YXF1dMW3aNAQGBuJknBk/XcxEpokhiko+sywQctWAPZFGlLv7+VmuXDmlyyowBqinpFar0bVrV3z91VeoXbs2RMpVmMNXQ048x9YoKhGEOROmyJ0w39wCyZyOXr164YsvvkBgYKDSpdksR0dHfPTRR2jSpAmuJMtYfD4TyQZe2UslV5ZZ4KdLWThxx4SAgAB8MnMmPD09lS7rqTBAFRIfHx9MnToVI0aMgJ1OA3PUbphvbITItI05AG2FpH38jNxPWkeWE0JATrwA89XVEEkXULWqPz7//DP07duXrU6FQK/XY+zYsXjhhRcQlS5j4blMxHDuvCLjqnt8X7MnraOnl2yQsehcJsKSzAgKCsKUKVPg4uKidFlPjRO8FSJJktC+fXs0bNgQS5cuxaFDh2C6tg4q9/pQeT4DSfXfQ8PTk0kOFSAyYx67jgqHyIyDOXovREYU9Ho79H3lVbz44otWO6mnrVKr1Xj99ddRtmxZrFq1Ct+fy8Qr1fWo5srXubBVdVEjIu3RAbWqC1/vohKZZsbKS1lIMgh07NgRQ4cOLTHHEV6FV4ROnjyJxUuW4HZ0NCStE1ReLSE5V+VIxE9BmA0wXfsFMCTkXaEvA02VYIbUpyRkA+TYI5DjTwEQaN68OV577TWbGdjOlh04cADz58+H2WREl8o6NPVmK19hyjILfH82AzEZeT/yvOwljKhtD72ax+XCdj7BhHVXDDDKwKBBg9ClSxeb+PzLb/ZggCpiBoMBmzZtwoYNv8JkMkJyrAS1d0vOqfcUhDkTcvwpyHEnAWEC1A7Q+PfnMBJPQQgBkRIGOWY/hDENPj7lMGzY66hfv77SpZUqly9fxmeffYakpCQ866NBp0o6qG3gA8dWpJsEDkQb8U+kEUYBOGmA0fUd4KDha1yYhBDYH23CHzcM0On1GD16tE3NiclhDKyETqdD7969MWfO12jYsCFE2g2YwtfAfPsfCHOm0uXZJEltB7VnUyAnhGodGZ6egpwRA/P1X2GO+BMaGNCvXz98/fVXDE8KqF69OmbNmoVKlSrhQLQJP13MQgav0Cs0DhoJz/vq4Gmf/dHnolMxPBUy490r7X6/YYC7uztmzJhhU+HJEuwDVUx8fHwwadIkHD9+HD/+uBzR0acgki5CKtsEKvfakCRmWSpewpgGc+xBiKQLAIDmzZtj0KBBNn9ljK3z9PTEJ598gnnz5uHIkSP439lMDKyuh5cDjxFk3ZINMlZdysKtNBnVq1fHuHHjUKZMGaXLKjIMUMVIkiQ0btwY9erVwx9//IH1639Bxu19EIn/QuXdEipH2xrGnmyTkE2Q409CjjsOyEb4+flhyJAhqFmzptKl0V329vYYN24c1q9fj19++QX/O5eJ3lV1qFWGh2yyTjdSzFgdloUUg0Dbtm3xxhtvlPirdfnXqACtVouuXbuiVatWWLt2LXbs2AHzjc2QHStB7dUckl1ZpUukEkgIGSLpEuQ7hyCMqXB1dcUrr7yC1q1bl5irYkoSlUqFvn37onLlypg/fz5WXc5Cm/Iy2vtqOf0LWQ0hBA7HmPDbdQOEpMLQoUPQqVMnm+gs/rQYoBTk6uqKN998Ey+88AJ++uknnD59GqbwG5BcA6Eu2wSSzvbHySDlCSEg0q5DjjkIkRUHrVaLl7p3R48ePeDgwPm/rF2zZs1Qrlw5fPHFF9gTeRs3U83oW80OjtqS/wFF1s1gFtgUnoWTcWa4ODvjvTFjbPqiL0sxQFmBypUr46OPPsLp06excuVKhIdfhCk5DCr3OlB5PANJww7SVDByRjTkmFCI9Mjcccp69+7NYQlsTOXKlfHZZ5/hu+++w+HDhzH/3wz0q6ZHZWe2HJIyYjNkrL6chZgMGYGBgRgzZkypO64wQFmRevXqYfbs2QgNDcXq1T8jJuYU5MTzUHk0hKpMPY5xRPkmsuJhjj0MkXIFABAUFIRXXnkFvr6+CldGBeXo6Ihx48Zh69atWLlyJRafz0THijq08NHwlB4Vq1N3TNh4zQCDWaBLly4YMGAANJrSFydK3zO2ciqVCi1atECTJk2wY8cOrF+/HimxhyASTkMq0xAq97qQVPxvo0cThkSYY49AJF8GIBAYGIiBAweiRo0aSpdGhUCSJHTt2hXVqlXDnDlz8MeNBFxONKGXvx4uOl6lR0Ur0ySw5Vr2KTt7e3u8//bbaNasmdJlKYafxFZKq9Wic+fOaNOmDbZt24bNmzcjPeYARPwpSB6NoHKrDUnF5nvKJozJMN85BpF4HoBAlSp+6NevLxo1alQqOnOWNjVr1sSXX36J77//HkeOHMG8M5no4cer9KjoXE8xY/2VLCRkZX8xGzVqFLy9vZUuS1H8a7Ny9vb2CA4ORqdOnbBlyxZs/e03ZN3+GyL+RHb/KLcakCQGqdJKGNMgxx2FnHgOEDJ8fX3Rr18/NGnShMGphHNxccEHH3yAHTt24Mcfl2HV5SwEeZnRuZKO05JQoTHLAnsijdgTaYSAhD59+qBnz568chcMUDbD0dER/fr1w4svvojNmzdj2++/wxi9B1LccajKPgPJNYBBqhTJDk7HISeeBYQZPj7l0LdvHzRv3pwHtlJEkiR06NABNWvWxNy5c3Hk2jWEJZnRw08Pf05ITE8pMs2MDVcNiEqX4enpidGjRyMwMFDpsqwGA5SNcXFxwcCBA/HSSy9h48aN+PPPv2CK2gUp7hhUHo0huQZyVPMSTJjSIMedgJzwLyDM8PTyQu9evdCqVSsGp1LM19cXn376KUJCQrDx11+x9EImgrw06FRRBztOVUIWMskCuyOM2BdlhCyADh06YODAgRz25AEMUDbK3d0dQ4YMQbdu3bBx40b89deO+4JUTosUg1RJIUzp91qcZBM8vbzQKzgYrVq1KpVXv9DDtFot+vXrh6ZNm+K7777DkWvXcCnRjG5+OgS68T1C+XMzNbvVKSYju9XprbfeKlVjO1mCf1U2rkyZMhg6dCi6deuGTZs23Q1SOyHFHYWqbBAkl+oMUjYsOzidgJz4b3Zw8vREcHAwWrduzeBEj+Tn54dZs2Zh06ZNWL9+PX66mIW6ZUx4sbKOV+rRY2WYBP66ZcDh2yYIAJ07d0b//v1hb2+vdGlWi0fgEsLDwyM3SG3cuBE7duyAKXIHpDtHoSrbBJJLNXYqtiHClAk5/gTkhDOAbETZsmXR6+6pupI+vxQ9PY1Gg+DgYDRp0gQLFy7EmYsXcSkpE+0raNHMRwM1jwV0lxACp+LM+P2GAalGAV9fX7z55pucGzMfJCGEULqIxzlz5gwAsPmwAOLi4rBhwwbs3LkTZrMZkr5MdpByrlpigpQxfB2QGQvYeULr10fpcgqFMGdCjj8FEX8aQjbAw8MDwcHBaNOmDYMTFYgsy9i7dy9WrFiBlJQU+Dio8HIVXakexXzBmQxEpsso76DCyLqlt4UlJkPG5vAshKfI0Ot06N2nD1566aVS37qd3+xRul+lEszDwwNvvPEGunfvjpCQEOzevRvmiD8g6T2g8mwKyalKiQlSJYEwG7KDU8JJCLMBbm7uCA4ehPbt2zM40VNRqVRo27YtnnnmGaxevRo7duzAD+cy0aisBh0qanlarxTKNAnsjjQiNNoIswCaNGmCwYMHw9PTU+nSbAoDVAnn6emJESNGoHv37vjll1+wb98+mG9tg2TnBZXXs1A5VlC6xFJNyGbICWcg4o5BmDPh4uKCnj1fwfPPPw+9Xq90eVSCODs7Y/jw4Wjbti0WL16M4+Hh+DfBjLblNXjWRwuNil+oSjpZCByLNeGvW0akGQW8vbwwZOhQNG7cWOnSbBJP4ZUykZGRWLduHfbv3w8AkBwrQ+3VDJJdWYUrs5wtn8ITQoZIvgw59hCEMQWOjo7o0aMHXnjhBdjZcfJoKlpmsxl79uzBz6tXIyk5GWX0EjpX0qGmu7pUtEyXxlN415LN2Ho9e0wnOzs9evXqjRdffJEt3I/AU3j0SOXLl8d7772Hl19+GatWrcLp06dhCr8OybUG1J5NIGmdlS6xRBNCQKTdgBwTCpEVB61Wi5e6d0f37t3h6OiodHlUSqjVarRv3x7NmzdHSEgIfvvtN6y6nIWqLiq8WEmHco6lt39USROfKePPmwaciTdDkiS0bdsW/fv3h7u7u9Kl2TwGqFKqatWq+Oijj3Dq1CmsWrUK4eEXYEq+DJV73eyRzdU8fVTYRGYszLf3Q6RHQJIktGvXDn369IGHh4fSpVEp5eDggEGDBuH555/HTz/9hKNHj2LBv5lo5KnB877sH2XLMk3ZU7AcuNvPKTAwEEOGDIG/v7/SpZUYDFClXP369VG3bl2EhoZi9eqfERNzEiL5ElSeze+Oal7ym/OLmjBnQo45lD2WE4CgoCD0798fFStWVLgyomzlypXDhAkTcObMGfz00084du0aTseZ0aqcBi3LaaHj3Ho2wywLHIkxYVeEEWkmAS8vTwwYMBDNmzfn8byQMUARVCoVWrRogSZNmmDbtm1Yv349sqJ2Qko8B7XPc5DseGVGQQghIBLPQY49CGHOhK+vL4YNG4batWsrXRrRI9WtWxezZ8/Gvn378PPq1dgZkYgjsSZ08NWiQVkNVPwAtlpCCFxMNOP3G0bcyZTh4GCPQf17oXPnzuznVEQYoCiXVqtFt27d0LJlS/z00084cOAATOHroXKvA5VnE0hqdm7OLznjNuTofRCZMbCzs0O/QYPxwgsvlPrxVcj6qdVqtG3bFs2bN8eWLVuwaeNGhFw14EC0CS9W0qEqJym2OpFp2QNhXk2WoVKp0KlTJ/Tu3RsuLi5Kl1ai8WhOD/Hw8MCYMWPw/PPPY+nSpbh16wxEShhU3m2gcqmqdHlWTchGyDEHISecBgC0atUKAwcOZIdNsjl2dnbo3bs32rdvjzVr1mDPnj1YciETNdzU6FRJB0979o9SWpJBxo6bRpy4kz39SuPGjTFo0CBUqMDhaYoDAxQ9Vt26dfHFF1/g999/x89r1sAY8Tvk1ECovZ9jJ/NHkDOiIUfuhDAkcjoEKjHKlCmDt99+G507d8ZPP/2Ef//9F5eSMtDES4N2FXRw1PK0XnEzmAX+jjLi7ygTjLJAlSpV8Nprr6FOnTpKl1aqMEDRE2k0GnTt2hWNGzfG/PnzcfnyRZjTI6DyaQeVEztBA4AQZsixRyDHHYckAS+//DL69u0LnU6ndGlEhcbPzw9TpkzB8ePHseKnn3AwMhIn75jRtoIWzbw1HIizGMhC4NQdE/68ZUSyQcDd3R39+/dHq1atoFbz1GpxY4CifClfvjxmzJiBzZs3Y+3atTDf3AzhVgcq7xaQVKX3bSSy4mCO+AsiKw5eXt54552RbHWiEkuSJDRu3Bj169fHjh07sG7tWvx+IxVHYkzoXEmLQLfSMRCnEq6nmPHbdQMi0rLnrevTpzu6du3KgXcVVHo/+chiarUaPXr0QKNGjTBv3jxcv/4vRGY01BU6Q9KVvs6KctJlmKN3AbIJHTt2xMCBA2FvXzpGNabSTaPRoFOnTmjZsiXWr1+P7X/8gRWXslDNRYUXK+vh7cD+UYUlMUvG9psGnI4zAwCee+45DBgwgOPHWQEGKLJY5cqVMWvWLCxfvhzbt2+H+dp6qMp3LDWn9ISQIceEQo4/CXt7e4waNRZBQUFKl0VU7JycnDBkyBB07NgRy5cvx4kTJzD/3+z+Uc/76mCvYWtUQRllgb8jjdh3t59T9erVMXjwYAQEBChdGt3FAEUFotVqMWzYMPj7++OHHxbBdHMLhGdTqDwalegmfGFKhzniT4j0CFTw9cX4Dz5A+fLllS6LSFEVKlTAhx9+iBMnTmD58uU4GBGBM3FmdKyoRSNPjh9lCSEELiRmn65LyBIo4+6OgYMGoUWLFlCp2LJnTRig6Km0bdsWlSpVwhdffIm42IMQWXegLvc8JFXJ69AosuJgvrkVwpiK5s2b46233uIpO6L7NGzYEHXr1sXvv/+O9evW4dfwTByJMaFrFR18nUreMaGw3cmU8ds1Ay4lmaFWq9G9e1f07NmTxxkrxQBFT83f3x+ff/4Zvv76a5w9exZmUwbUvi9CUpecq9Dk9CjIt36DMGdhwIAB6NatW4luaSMqqJwrd1u2bImVK1di3759+P5sJhp7avBCRR0cOOzBQwzm7Hnr/onKnreufv36GDp0KFu3rZxF7YGJiYmYMmUKWrVqhUaNGqF///44evRo7vrz589j4MCBaNCgAdq0aYMlS5YUesFknVxcXDB58mQ0a9YMIj0C5hsbIUzpSpdVKOSUazDf3AxJmPDuu++ie/fuDE9E/8Hd3R2jRo3Cxx9/jEqVKuForAnfnM7AiVgjhBBKl2c1Liaa8O2ZDOyNNKJMWU+MHz8ekydPZniyARYFqLFjx+LUqVP4+uuv8csvv6B27dp4/fXXceXKFSQkJGDIkCGoUqUKQkJCMGrUKMydOxchISFFVTtZGa1Wi/feew8dO3aEyIyF+foGCEOS0mU9FTnxAsy3tkGvVWPSpIl47rnnlC6JyKbUrFkTn33+OQYPHgyzRodfrhqw9EImYjNkpUtTVLJBxprLmfjpYhaSjRJ69OiBOXPmICgoiF/QbES+T+Fdv34d+/fvx88//4xGjRoBACZPnox9+/Zh69atsLOzg06nw7Rp06DRaODv74/r169j0aJFCA4OLrInQNZFrVZj2LBhcHNzw7p162C+sRHqSj1scpgDOfE8zFG74OTkhA8//BDVq1dXuiQim6RWq/HSSy+hWbNmWLp0KQ4fPox5ZzLQurwWrctrS9UgnLIQOBxjwp83jcgyC9SoUQNvvvkmKlYsHVcxlyT5boFyd3fHDz/8kGeoeEmSIIRAUlISjh49iqCgoDyTpTZr1gzh4eGIi4sr3KrJqkmShN69e2PQoEEQxlSYb2yCMKYqXZZF5KRL2eHJ2RnTp09neCIqBB4eHvjggw8wYcIEuHt4YFeEEfP/zcTNVLPSpRWL2AwZi89lYss1AzR2DhgxYgSmT5/O8GSj8t0C5eLigtatW+dZ9vvvv+PGjRto2bIl5syZ89D4FF5eXgCAyMjIAg/6JYRAenrJ6EtT2jz//PNIT09HSEjIvZYoraPSZf0nOTkM5sgdcHBwwITx41G2bFm+B4kKUa1atTBz5qcICQnBX3/9hYVnM9HCR4P2vjro1CWvNcosBPZHGbEzwgiTDDRt2hQDBw6Ei4sLMjMzlS6PHiCEyNdp1AJfhXfs2DF8+OGHaN++Pdq1a4dZs2Y9NPeXXp894WxWVlZBdwOj0Yjz588X+P6krOrVq+PZZ5/FgQMHYL65CerKPSGprXfqATn1OsyRf0Gn06J3795IS0vj+4+oiDRq1AheXl7Ytm0b/omOx/lEM3r46eHnUnKGPLidLiPkahYi0mQ4OTqi4wsvICAgABEREYiIiFC6PHqM/MxlWqAAtWPHDowbNw7169fH119/DQCws7ODwWDIs11OcHJwcCjIbgBkd0yuVq1age9PyqtRowZcXV3x+++/w3zrd6grvmyV40SJjFiYI7ZDp9VgwoQJfN8RFYOaNWuidevW2LhxI7Zt24bF5zPxrI8GHSvqoLXhvlGyEPgnyogdt7KHJnjuuefQv39/ODpafyt8aRcWFpav7SwOUCtXrsTMmTPRoUMHfPnll7kpzcfHBzExMXm2zbnt7e1t6W5ySZL0VAGMrMPgwYORnJyM/fv3wxy1E+ryHazqShNhTIb51lZIwoQxY8ajXr16SpdEVGo4ODhg8ODBeO655zB//jwcuBWBK8ky+vjr4WOD8+olZsn45UoWwlNklHF3x4i33kLDhg2VLovyKb+fTRa9M1evXo0ZM2ZgwIAB+Oabb/I0cQUFBeHYsWMwm+91BgwNDYWfnx8nPSSoVCqMHDkStWrVgki+DDk2VOmScglzVvYI46Z0vP7663jmmWeULomoVPL398fs2Z+hc+fOuJ0u47t/M7A/ygjZhsaNOnXHhHlnMhGeIqN58+b48quvGJ5KqHwHqPDwcHz66afo0KEDhg8fjri4OMTGxiI2NhYpKSkIDg5GamoqJk+ejLCwMGzYsAHLly/H8OHDi7J+siFarRYffPABKlSoADnuBOTEC0qXBCHk7LntshLQrVs3vPDCC0qXRFSq6fV6DB06FJMnT4aziyu23TBg+YVMpBqtO0QZzALrr2Rh3ZUsQKvDyJEjMWbMGDg7OytdGhWRfAeo7du3w2g04q+//kLLli3z/MycORMeHh5YvHgxwsPD0aNHD8yfPx/jx49Hjx49irJ+sjFOTk6YNGkSHBwdYY7eA5ER8993KkJy7CGItBt45pln8MorryhaCxHd06BBA3z51VcICgpCWLKMBf9m4EaKdQ53EJsh439nM3HyjgkBAQH48suv0KZNG6vqpkCFTxJWPKb+mTNnAAB169ZVuBIqbCdPnsSnn34KaJygrtIbksbyyTKN4euAzFjAzhNavz4W319ODoM5YjvKly+PTz/9lJ07iayQEAJbt27FypUrASHjxUo6NPPWPFU4WXAmA5HpMso7qDCy7tNN1PtvvAkbrhqQZRbo0qULBgwYkGc8RLI9+c0ettc7j0qEBg0aoH///hDGFJgjtkOI4p3WQWTFQ47aBTs7O4wfP57hichKSZKErl27YurUqXBxccXW6wasu5IFg1nZ7/6yEPjjhgE/X86CpNVh7NixeO211xieShEGKFJM9+7d0bRpU4j0CMh3jv73HQqJkI3ZoU02YtSoUahQoUKx7ZuICqZWrVr4/IsvUKNGDZyOM2PJeeX6RRnMAqsuZeHvKCMqVKiAWbNmo3nz5orUQsphgCLFSJKEt956C56eXpDvHIGcdqtY9mu+/Q9EVjxeeuklNGnSpFj2SURPz93dHVOnTkW7du1wK03GwnOZuJNZvK3XqUaBJeczcSHRjPr162PWrFnw9fUt1hrIOjBAkaIcHR0xduwYqNVqyJE7IExFO2WKnHQJIvEcqlb1x4ABA4p0X0RU+DQaDUaMGIE+ffogPlPGD+cyi61z+Z1MGQvPZuJWmox27dph4sSJsLd/uj5UZLsYoEhx1apVy5542JQGc9QuFNV1DcKQDDl6L+zt7TFmzHvQarVFsh8iKlo5E5a//fbbyDRLWHohC1eTizZExaRnh7X4LBl9+vTBiBEj2N+plGOAIqvw4osvokGDBhCp1yESzxX64wshwxy5A0I2YNiwYfDx8Sn0fRBR8Wrbti0mTJwIoVJjxaUsXC+ilqg7GTKWXshEmlFg+PDh6N27N4coIAYosg45/aEcHZ1gjtkPYUgs1MeX409CZEShefPmeO655wr1sYlIOQ0bNsS4ceNghgrLL2bhZmrhhqi4TBlLLmQixSgwbNgwPP/884X6+GS7GKDIapQpUwYjRgwHZCPMkTsLbWgDkRkHOfYw3N3d8cYbb/CbI1EJ07hxY4wZMwZGIeHHC1m4nV44x44UQ3bLU7JBYPDgwZypgPJggCKr0qxZM7Rq1QoiIxpy/OmnfjwhZJijdgLCjLfffpvTKhCVUE2bNsW7776LTLPAyktZSDc9XV9Kkyyw+nIWErME+vfvj5deeqmQKqWSggGKrM7gwYPh4uIC+c4hCEPSUz2WHH8SIjMWbdu2RYMGDQqnQCKySi1atEDv3r0RnyVj7eVMmAt4QYoQAluuGXAjVcZzzz3HKcnokRigyOo4Oztj2LBhgGyCOWp3ga/KE4ZEyLGH4erqhldffbWQqyQia9SrV6/c+fP+vGks0GMcjjHhaKwJ/v5VMXz4cJ72p0digCKr1KxZMzRp0gQiPQIi6YLF9xdCwBy1FxBmvPHGMDg5ORVBlURkbVQqFd555x1UqFAB/0QZEW7h8AZ3MmVsu2GEi4szxo37AHq9vogqJVvHAEVWSZIkDB06FHq9HnJsKIQ5y6L7i5QrEOm30LhxYzRt2rSIqiQia+Tg4IBRo0ZBkiT8Gm7I97x5shDYeDULJlngzTeHo2zZskVcKdkyBiiyWh4eHggODoYwZUC+cyTf9xOyEXLMAWg0WgwePLjoCiQiq+Xv74+XX34ZcZkydkbk71TekRgTwlNkNGvWjF+86D8xQJFV69KlC3x8ykFOOAORFZ+v+8hxxyGMKXj55a4cMJOoFOvduzfKlSuH/VFGxGY8eWiDDJPAnzeNcHR0xNChQ4upQrJlDFBk1bRaLQYPfg0QMsyxh/9ze2HKgBx/Cu7u7rxyhqiU0+v1ePXVVyEA7IowPHHbf6KMyDQL9O7dG+7u7sVTINk0Biiyeo0aNUL16tWz+zVlxj1xWzn+BCAbERwcDDs7u2KqkIisVePGjeHvXxVn4syIecwAm+lGgQO3TXB3c+NI45RvDFBk9SRJQt++fQEA5juPb4USpnTICWfg4eGBdu3aFVd5RGTFso8f/SAA7I58dCvU/mgjDGaBHj178qo7yjcGKLIJ9erVQ2BgIETK1cf2hZLjTwOyCT179oRWqy3mConIWjVo0ACVK1XC2XjzQyOUm4XA8TsmODk5on379gpVSLaIAYpsgiRJePnllwEAcuK5h9YLYYZIOg8nJye0adOmmKsjImsmSRLatmsHswBO3THlWReWZEayQeC551pBp9MpVCHZIgYoshmNGjWCm5s7RNIFCNkESZXdyiSptBAp1yBM6Wjbti0PgkT0kJYtW0KtVuFYrAl6dfYyvRo4HpsdqNq2batgdWSLGKDIZmg0GrRv3w7CnAWRcgWqskGQnKpAVTYIcuJZAGAHUCJ6JFdXVzRo0BBR6TKaeGkQ6KZG6/JaXEyU4evrCz8/P6VLJBvDAEU2JedbopwcBpWjLzQVX4KkLwuRdgs1atRA+fLlFa6QiKxVw4YNAQAGGXg10A5qlQSjLDjROBUIAxTZFG9vb1SqVAki/RaEnN30LtKuAxAICgpStjgismr16tUDkN3v6f5/69evr1hNZLsYoMjmNGrUCJBNEOkRAAA59fq95UREj+Hj4wPPsmVxNSV7PKjwZDPUajVq1qypcGVkixigyObkBCWReh1CCIi0m/Dy8kKFChUUroyIrJkkSajq7480o0CyQUZ0ukDFihU59hMVCAMU2Zxq1apBrVZDZMYCxiTAnImaNWtCkiSlSyMiK1elShUAwNl4MwyyQOXKlZUtiGwWAxTZHK1Wm90PKusOREYMAPAKGiLKl5wAdfLueFA5t4ksxQBFNqlq1aqAbIKcfOnebSKi/+Dj4wMAuJWW3Q+qXLlySpZDNowBimxSTrO7uNuBvFKlSkqWQ0Q2omzZsnlue3p6KlQJ2ToGKLJJXl5eub87OjrC0dFRwWqIyFbY2dnB2dk59zYDFBUUAxTZpPu/RfIASESWKFOmDABAr9fD3t5e4WrIVjFAkU26PzQ92CRPRPQkTk5Od/9lyzUVHAMU2SQHB4fc311dXRWshIhsjYuLCwBAkvgRSAXHdw/ZvJxvk0RE+ZFz2k4IoXAlZMsYoMjmMUARkSVyBt3l4Lv0NBigyObdfzqPiCi/GKDoaTBAkc3TarVKl0BENoin8OhpMECRzeO3SCIqCB476GkwQJHNcnd3BwBoNBqFKyEiotKGnzxks8aMGYO9e/eicePGSpdCRDYkZxiDnHnxiAriqQLUd999h9DQUKxYsSJ32fnz5zFz5kz8+++/cHNzw6BBg/D6668/daFED6pZsyZq1qypdBlEZGM6d+6MlJQUvPTSS0qXQjaswKfwfvzxR3z77bd5liUkJGDIkCGoUqUKQkJCMGrUKMydOxchISFPXSgREVFhcHd3x/Dhw+Hr66t0KWTDLG6Bun37NiZPnoxjx47Bz88vz7p169ZBp9Nh2rRp0Gg08Pf3x/Xr17Fo0SIEBwcXWtFERERESrK4Bers2bNwdXXF5s2bUb9+/Tzrjh49iqCgoDydeps1a4bw8HDExcU9fbVEREREVsDiFqh27dqhXbt2j1wXHR2NgICAPMu8vLwAAJGRkfDw8LC4QCEE0tPTLb4fERERkaWEEPka4qJQr8LLzMyETqfLs0yv1wMAsrKyCvSYRqMR58+ff+raiIiIiPLjwSzzKIUaoOzs7GAwGPIsywlOBZ1uQ6vVolq1ak9dGxEREdF/CQsLy9d2hRqgfHx8EBMTk2dZzm1vb+8CPaYkSZzrjIiIiIpFfkeoL9SRyIOCgnDs2DGYzebcZaGhofDz8ytQ/yciIiIia1SoASo4OBipqamYPHkywsLCsGHDBixfvhzDhw8vzN0QERERKapQA5SHhwcWL16M8PBw9OjRA/Pnz8f48ePRo0ePwtwNERERkaIkIYRQuojHOXPmDACgbt26CldCREREpUF+s0ehtkARERERlQYMUEREREQWYoAiIiIishADFBEREZGFCnUgzcJmNBohhMjt0EVERERUlAwGQ/HPhVfY8jsaKBEREVFhkCQpX/nDqocxICIiIrJG7ANFREREZCEGKCIiIiILMUARERERWYgBioiIiMhCDFBEREREFmKAIiIiIrIQAxQRERGRhRigiIiIiCzEAEVERERkIQYoIiIiIgsxQBERERFZiAGKiIiIyEIapQugwjFx4kT8+uuvT9zm4sWLxVTNox05cgSvvvoqzp8//9ht2rVrh4iIiMeub9KkCVasWPHE/Rw7dgxCCDzzzDP5qmvixImIiIj4z8clKoms9dghyzKWLl2K9evX4/bt26hQoQIGDx6M3r17P3J7HjuouDFAlRCTJ0/G+++/n3u7ZcuW+PDDD/Hiiy8qWNU9hw4dwjvvvANZlp+43S+//AKz2QwAOHHiBEaNGoX169ejXLlyAACtVvuf+3rllVcwa9asfB8EiUozaz12LFy4EMuWLcP06dNRu3ZtHDx4ENOnT4dGo0GPHj0e2p7HDipuDFAlhLOzM5ydnR9a5unpqVBF2UwmE2bPno2ff/4ZgYGBOHv27BO3L1OmTO7vrq6uucuUfh5EJZW1HjvWrFmDoUOHonPnzgCASpUq4dSpU/jll18eGaB47KDixj5Qpcju3bvRs2dP1KtXDx06dMA333wDg8GQu/7y5ct4++230bRpU9SpUwcdOnTA8uXLc9fPmzcPgwcPxk8//YSWLVuiQYMGGDt2LGJjYzF+/Hg0bNgQrVu3znM6ID09Hf/++y+WLl2KgQMHPvVzMJvN+PHHH/HCCy+gbt26eOGFF7Bu3brc9YGBgQCASZMmYeLEiQCym+WHDBmCxo0bo06dOujSpQu2bt2a732ePn0ar7zyCho2bIigoCCMGjUKkZGRuevj4+MxYcIENG3aFI0bN8Ybb7yBa9eu5a7fs2cP+vTpg4YNG6Jly5aYPXs2srKy8tQ8Z84ctG3bFi1atMDVq1dhMBjwxRdf4LnnnkPDhg3Rp08f/PPPPwV92YieSnEfO2RZxuzZs9G9e/eHaklKSirQc+CxgwqdoBIpICBAhISE5N7eu3evqFu3rli9erW4fv26+Pvvv0XHjh3Fu+++K4QQIj09XbRo0UK8//77IiwsTFy7dk189dVXIiAgQJw7d04IIcS3334rateuLUaNGiXCwsLE7t27Ra1atUSTJk3E0qVLxZUrV8T//d//iTp16oj4+PiHagoJCREBAQH5fg4HDx4UAQEB4ubNm7nLPvnkExEUFCQ2b94swsPDxcqVK0Xt2rXFTz/9JIQQIiYmRgQEBIgff/xRJCcni+joaFGvXj0xe/Zsce3aNREWFiYmTpwo6tSpI2JjY4UQQkyYMEEMHDjwkTWYzWbRrFkz8fXXX4sbN26If//9V/Ts2VO89tprQgghjEaj6Natm+jevbs4cuSICAsLE8OHDxdt27YVRqNR/PXXX6JGjRpi/vz54sqVK2LXrl2iVatW4p133snzf9W0aVNx+vRpceLECSGEEGPHjhVdu3YVoaGhIjw8XCxdulTUrl1b7N69O9+vH1FBWOOxQwghbt68KerXry9mzZr1n8+Bxw4eO4oDA1QJ9eBBsH///mL69Ol5tgkNDc09yMTFxYmFCxeKlJSU3PVZWVkiICBA/Prrr0KI7INgzZo1RVJSUu42wcHBol+/frm3w8LCREBAQO4f8/2eNkClpKSI2rVrixUrVuTZbtasWeLZZ58Vsiw/9Nxv3LghfvjhB2E2m3O3Dw8PFwEBAeLIkSNCiCcfBBMTE0VgYKBYuXJl7uPfuHEj9/n9/fffIiAgQFy5ciX3PjExMWLWrFkiNjZW9OrVS4waNSrPY+7cuVMEBASIsLCw3Ho//fTT3PXXrl0TAQEB4vTp03nuN378+MfWSVRYrPHYERMTIzp37izatWsnEhMT//M58NjBY0dxYB+oUuLcuXM4ffp0ntNrQggAwJUrV9C6dWu88sor2LZtGy5cuIDr16/nXi13f8dvDw8PuLi45N62t7fP7aQJAHq9HgDyNDMXlqtXr8JoNKJx48Z5lj/zzDNYtmwZ4uLiULZs2TzrKlasiODgYKxcuRJhYWG4du1a7vPK6XD6JK6urhg2bBhmzJiB+fPn49lnn0WrVq3wwgsvAMi+OsnFxQVVq1bNvY+np2fuKYBLly7hpZdeyvOYQUFBuff19/cHAFSuXDl3/blz5wAAr776ap77GY3GPK89UXFQ+thx9epVvPnmmzAajVixYkVu/yZL8NjBY0dRYIAqJWRZxrBhwx7Z+dLT0xN37txBnz594O7ujvbt26N58+aoW7cuWrdunWfbR13JolIVT1e6nIO2JEl5luccpDWah9/OV65cQf/+/VGrVi20aNEC7du3h7u7+2MvhX6UcePG4ZVXXsHevXsRGhqKadOmYeHChdi4cSM0Gs1D9TxY84Prcw6+99drZ2f30PNctWoVHB0d89y3uF5rohxKHjuOHTuGt956C56enlixYkWewGUJHjt47CgKfEVLierVq+Pq1auoXLly7s/t27fx+eefIy0tDVu2bEFiYiLWrFmDt99+Gx06dMjtrJnzR6m0qlWrQqPR4OjRo3mWHz16FJ6eno/8Zvrzzz/Dw8MDP/74I9544w20bt0ad+7cAZC/53X16lVMnToVHh4e6N+/P7799lssXrwYV65cwYULF1CtWjUkJSXh+vXrufeJj49HUFAQjh07hoCAABw7duyhegHkfoN8UPXq1QEAMTExef6/NmzYgJCQkP+smagwKXXsOH36NIYNG4bq1atj9erVBQ5PAI8dPHYUDQaoUuKNN97An3/+iXnz5iE8PByhoaGYNGkSkpOT4enpCR8fH2RkZOD3339HZGQk/vnnH4wdOxYA8lxtoyRnZ2f06dMH3377LbZs2YLr169j1apVWL16NYYOHZr7bc3BwQFXrlxBQkICfHx8EB0djb179yIiIgJ//vknpk2bBiB/z8vNzQ1bt27FlClTcOXKFYSHhyMkJASurq6oWrUqmjdvjjp16mD8+PE4deoULl++jEmTJsHDwwN169bF66+/jj///BMLFixAeHg4du/ejRkzZqBt27ZPPAi2bdsWU6dOxc6dO3Hz5k0sWbIECxcuRMWKFQvt9STKDyWOHSaTCePGjYOHhwdmz54Ng8GA2NhYxMbGIj4+3uLH47GDx46iwFN4pUSnTp0wZ84cLFy4EAsXLoSrqyvatm2LDz74IHf92bNn8dlnnyE1NRUVKlRA7969sXPnTpw+fRr9+/dX+Blkmzx5Mtzd3fHVV1/hzp07qFy5MqZMmYI+ffrkbjN06FAsXrwYV69exdy5c3H16lWMHz8eBoMBVapUwdixY/Htt9/i9OnTaNWq1RP3V6ZMGSxevBhfffUV+vTpA7PZjAYNGmDZsmVwcnICAHz33XeYPXs2Xn/9dQBA06ZNsWTJEuh0OnTu3BlmsxkLFy7E//73P5QpUwZdunTBu++++8T9zpkzB3PmzMHUqVORlJSEihUrYsaMGQgODn7KV5DIMkocO06fPp3bMvP888/nWVehQgXs2rXL4sfksYPHjsImCWs5P0NERERkI3gKj4iIiMhCDFBEREREFmKAIiIiIrIQAxQRERGRhRigiIiIiCzEAEVERERkIQYoIiIiIgsxQBERERFZiAGKiIiIyEIMUEREREQWYoAiIiIistD/Ay1jEYvIpuwAAAAAAElFTkSuQmCC">
            <a:extLst>
              <a:ext uri="{FF2B5EF4-FFF2-40B4-BE49-F238E27FC236}">
                <a16:creationId xmlns:a16="http://schemas.microsoft.com/office/drawing/2014/main" id="{EF398244-9E53-B61A-BAD3-8F39D3FD1B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BCB00F0B-7199-3AEA-A190-D2CA37444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5491" y="83128"/>
            <a:ext cx="4516582" cy="636422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</a:t>
            </a: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A8E1F8-CF52-AA99-73F4-5D1E5710E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666" y="1098241"/>
            <a:ext cx="5037257" cy="44276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F922F1-09DF-19A8-85E3-5F63AF1DA148}"/>
              </a:ext>
            </a:extLst>
          </p:cNvPr>
          <p:cNvSpPr txBox="1"/>
          <p:nvPr/>
        </p:nvSpPr>
        <p:spPr>
          <a:xfrm>
            <a:off x="6217920" y="1798320"/>
            <a:ext cx="562356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Heatmap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(Correlation Matrix):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correlation value between Cost for Two and Ratings is 0.074, which is very close to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a very weak positive relationship between price and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is too small to suggest any meaningful linear relationship.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confirms that higher restaurant cost does not strongly influence customer ratings.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19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B9DEF-89CA-A2D6-D3EC-477F8E77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382" y="412580"/>
            <a:ext cx="2794000" cy="904875"/>
          </a:xfrm>
        </p:spPr>
        <p:txBody>
          <a:bodyPr>
            <a:no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B7422F-A42C-D0BC-BCC8-74FDAE65E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604" y="1180961"/>
            <a:ext cx="10544791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reveals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predominantly mid-range dining market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most restaurants priced between ₹500–₹1500, catering to budget-conscious customers.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customer satisfaction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evident, as ratings are concentrated around 4.0–4.5 across cities, indicating consistent service quality and positive dining experiences.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Multicuisine restaurants dominate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all major metros, highlighting strong consumer preference for variety and diverse food options.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Metro cities like Bengaluru, Delhi-NCR, and Mumbai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hold the largest share of restaurants, confirming their role as India’s primary food hubs.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and rating correlation is negligible (0.07)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proving that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cost does not ensure better ratings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quality, service, and experience matter more.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restaurant ecosystem 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diverse, competitive, and customer-driven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affordability and satisfaction at its core.</a:t>
            </a:r>
          </a:p>
        </p:txBody>
      </p:sp>
    </p:spTree>
    <p:extLst>
      <p:ext uri="{BB962C8B-B14F-4D97-AF65-F5344CB8AC3E}">
        <p14:creationId xmlns:p14="http://schemas.microsoft.com/office/powerpoint/2010/main" val="1644687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C5FDD-9E40-B93A-E557-1D0E9B6D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748" y="25098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</a:t>
            </a:r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ience: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CB5E0C3-0131-B802-96B4-AE8AC96A280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62521" y="1506365"/>
            <a:ext cx="10589748" cy="4888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how to collect real-world data from websites using web scraping.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skills in data cleaning, preprocessing, and feature formatting.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experience in using Python libraries for data analysis and visualization.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end to end data workflow : webs craping – cleaning data – analyzing -- visualization.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ability to present analytical findings clearly using charts and explanations.</a:t>
            </a:r>
          </a:p>
          <a:p>
            <a:pPr marL="34290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448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C4F17-B27D-5353-8B75-94E4DF00F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922" y="436237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r>
              <a:rPr lang="en-IN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BAD6FB2-6503-05E2-69F1-6636D1A2B30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01126" y="1815018"/>
            <a:ext cx="1058974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webpage where data reloads and updates frequently.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HTML structures across product pages.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or incomplete product details during extraction.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 duplicate and unclean scraped data.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 slow extraction due to dynamic page loading.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Selecting the most relevant visuals for insightful analysis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766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E26E8E26-DF5C-E318-0231-DD266BC66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4932" y="2534638"/>
            <a:ext cx="5121137" cy="29622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9DDB6E-036A-8F25-E3EF-079E1812A272}"/>
              </a:ext>
            </a:extLst>
          </p:cNvPr>
          <p:cNvSpPr txBox="1"/>
          <p:nvPr/>
        </p:nvSpPr>
        <p:spPr>
          <a:xfrm>
            <a:off x="2977598" y="1360878"/>
            <a:ext cx="609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5400" b="1" i="0" u="none" strike="noStrike" dirty="0">
                <a:solidFill>
                  <a:srgbClr val="FF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THANK</a:t>
            </a:r>
            <a:r>
              <a:rPr lang="en-IN" sz="5400" b="1" i="0" u="none" strike="noStrike" dirty="0">
                <a:solidFill>
                  <a:schemeClr val="tx1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YOU</a:t>
            </a:r>
            <a:endParaRPr lang="en-IN" sz="5400" b="1" dirty="0">
              <a:solidFill>
                <a:schemeClr val="tx1"/>
              </a:solidFill>
              <a:effectLst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6079</TotalTime>
  <Words>2060</Words>
  <Application>Microsoft Office PowerPoint</Application>
  <PresentationFormat>Widescreen</PresentationFormat>
  <Paragraphs>194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Bodoni MT</vt:lpstr>
      <vt:lpstr>Arial</vt:lpstr>
      <vt:lpstr>Cascadia Code</vt:lpstr>
      <vt:lpstr>Arial Black</vt:lpstr>
      <vt:lpstr>Times New Roman</vt:lpstr>
      <vt:lpstr>Calibri</vt:lpstr>
      <vt:lpstr>Office Theme</vt:lpstr>
      <vt:lpstr>PowerPoint Presentation</vt:lpstr>
      <vt:lpstr>ABOUT US</vt:lpstr>
      <vt:lpstr>PowerPoint Presentation</vt:lpstr>
      <vt:lpstr>Introduction:</vt:lpstr>
      <vt:lpstr>Business Problem:</vt:lpstr>
      <vt:lpstr>Objectives:</vt:lpstr>
      <vt:lpstr>Web Scraping:</vt:lpstr>
      <vt:lpstr>Tools Used:</vt:lpstr>
      <vt:lpstr>PowerPoint Presentation</vt:lpstr>
      <vt:lpstr>Data Cleaning Steps: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Multivariate Analysis</vt:lpstr>
      <vt:lpstr>Conclusion:</vt:lpstr>
      <vt:lpstr>Experience:</vt:lpstr>
      <vt:lpstr>Challenges Faced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Mohammed shahbaaz Shaik</cp:lastModifiedBy>
  <cp:revision>53</cp:revision>
  <dcterms:created xsi:type="dcterms:W3CDTF">2021-02-16T05:19:01Z</dcterms:created>
  <dcterms:modified xsi:type="dcterms:W3CDTF">2026-04-04T07:01:42Z</dcterms:modified>
</cp:coreProperties>
</file>